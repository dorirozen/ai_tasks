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3"/>
  </p:notesMasterIdLst>
  <p:sldIdLst>
    <p:sldId id="262" r:id="rId2"/>
  </p:sldIdLst>
  <p:sldSz cx="35999738" cy="50399950"/>
  <p:notesSz cx="6870700" cy="10007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BE73"/>
    <a:srgbClr val="AAFD00"/>
    <a:srgbClr val="0099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805" autoAdjust="0"/>
    <p:restoredTop sz="96163" autoAdjust="0"/>
  </p:normalViewPr>
  <p:slideViewPr>
    <p:cSldViewPr snapToGrid="0">
      <p:cViewPr>
        <p:scale>
          <a:sx n="25" d="100"/>
          <a:sy n="25" d="100"/>
        </p:scale>
        <p:origin x="1286" y="-850"/>
      </p:cViewPr>
      <p:guideLst/>
    </p:cSldViewPr>
  </p:slideViewPr>
  <p:notesTextViewPr>
    <p:cViewPr>
      <p:scale>
        <a:sx n="1" d="1"/>
        <a:sy n="1" d="1"/>
      </p:scale>
      <p:origin x="0" y="0"/>
    </p:cViewPr>
  </p:notesTextViewPr>
  <p:sorterViewPr>
    <p:cViewPr>
      <p:scale>
        <a:sx n="20" d="100"/>
        <a:sy n="2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93397" y="0"/>
            <a:ext cx="2977303" cy="502118"/>
          </a:xfrm>
          <a:prstGeom prst="rect">
            <a:avLst/>
          </a:prstGeom>
        </p:spPr>
        <p:txBody>
          <a:bodyPr vert="horz" lIns="96442" tIns="48221" rIns="96442" bIns="48221" rtlCol="1"/>
          <a:lstStyle>
            <a:lvl1pPr algn="r">
              <a:defRPr sz="1300"/>
            </a:lvl1pPr>
          </a:lstStyle>
          <a:p>
            <a:endParaRPr lang="he-IL"/>
          </a:p>
        </p:txBody>
      </p:sp>
      <p:sp>
        <p:nvSpPr>
          <p:cNvPr id="3" name="מציין מיקום של תאריך 2"/>
          <p:cNvSpPr>
            <a:spLocks noGrp="1"/>
          </p:cNvSpPr>
          <p:nvPr>
            <p:ph type="dt" idx="1"/>
          </p:nvPr>
        </p:nvSpPr>
        <p:spPr>
          <a:xfrm>
            <a:off x="1591" y="0"/>
            <a:ext cx="2977303" cy="502118"/>
          </a:xfrm>
          <a:prstGeom prst="rect">
            <a:avLst/>
          </a:prstGeom>
        </p:spPr>
        <p:txBody>
          <a:bodyPr vert="horz" lIns="96442" tIns="48221" rIns="96442" bIns="48221" rtlCol="1"/>
          <a:lstStyle>
            <a:lvl1pPr algn="l">
              <a:defRPr sz="1300"/>
            </a:lvl1pPr>
          </a:lstStyle>
          <a:p>
            <a:fld id="{78342C6F-FDF6-402E-A241-95E570B125EC}" type="datetimeFigureOut">
              <a:rPr lang="he-IL" smtClean="0"/>
              <a:t>ט"ו/תמוז/תשפ"ד</a:t>
            </a:fld>
            <a:endParaRPr lang="he-IL"/>
          </a:p>
        </p:txBody>
      </p:sp>
      <p:sp>
        <p:nvSpPr>
          <p:cNvPr id="4" name="מציין מיקום של תמונת שקופית 3"/>
          <p:cNvSpPr>
            <a:spLocks noGrp="1" noRot="1" noChangeAspect="1"/>
          </p:cNvSpPr>
          <p:nvPr>
            <p:ph type="sldImg" idx="2"/>
          </p:nvPr>
        </p:nvSpPr>
        <p:spPr>
          <a:xfrm>
            <a:off x="2230438" y="1250950"/>
            <a:ext cx="2409825" cy="3378200"/>
          </a:xfrm>
          <a:prstGeom prst="rect">
            <a:avLst/>
          </a:prstGeom>
          <a:noFill/>
          <a:ln w="12700">
            <a:solidFill>
              <a:prstClr val="black"/>
            </a:solidFill>
          </a:ln>
        </p:spPr>
        <p:txBody>
          <a:bodyPr vert="horz" lIns="96442" tIns="48221" rIns="96442" bIns="48221" rtlCol="1" anchor="ctr"/>
          <a:lstStyle/>
          <a:p>
            <a:endParaRPr lang="he-IL"/>
          </a:p>
        </p:txBody>
      </p:sp>
      <p:sp>
        <p:nvSpPr>
          <p:cNvPr id="5" name="מציין מיקום של הערות 4"/>
          <p:cNvSpPr>
            <a:spLocks noGrp="1"/>
          </p:cNvSpPr>
          <p:nvPr>
            <p:ph type="body" sz="quarter" idx="3"/>
          </p:nvPr>
        </p:nvSpPr>
        <p:spPr>
          <a:xfrm>
            <a:off x="687070" y="4816157"/>
            <a:ext cx="5496560" cy="3940493"/>
          </a:xfrm>
          <a:prstGeom prst="rect">
            <a:avLst/>
          </a:prstGeom>
        </p:spPr>
        <p:txBody>
          <a:bodyPr vert="horz" lIns="96442" tIns="48221" rIns="96442" bIns="48221"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93397" y="9505484"/>
            <a:ext cx="2977303" cy="502117"/>
          </a:xfrm>
          <a:prstGeom prst="rect">
            <a:avLst/>
          </a:prstGeom>
        </p:spPr>
        <p:txBody>
          <a:bodyPr vert="horz" lIns="96442" tIns="48221" rIns="96442" bIns="48221" rtlCol="1" anchor="b"/>
          <a:lstStyle>
            <a:lvl1pPr algn="r">
              <a:defRPr sz="1300"/>
            </a:lvl1pPr>
          </a:lstStyle>
          <a:p>
            <a:endParaRPr lang="he-IL"/>
          </a:p>
        </p:txBody>
      </p:sp>
      <p:sp>
        <p:nvSpPr>
          <p:cNvPr id="7" name="מציין מיקום של מספר שקופית 6"/>
          <p:cNvSpPr>
            <a:spLocks noGrp="1"/>
          </p:cNvSpPr>
          <p:nvPr>
            <p:ph type="sldNum" sz="quarter" idx="5"/>
          </p:nvPr>
        </p:nvSpPr>
        <p:spPr>
          <a:xfrm>
            <a:off x="1591" y="9505484"/>
            <a:ext cx="2977303" cy="502117"/>
          </a:xfrm>
          <a:prstGeom prst="rect">
            <a:avLst/>
          </a:prstGeom>
        </p:spPr>
        <p:txBody>
          <a:bodyPr vert="horz" lIns="96442" tIns="48221" rIns="96442" bIns="48221" rtlCol="1" anchor="b"/>
          <a:lstStyle>
            <a:lvl1pPr algn="l">
              <a:defRPr sz="1300"/>
            </a:lvl1pPr>
          </a:lstStyle>
          <a:p>
            <a:fld id="{302A0EF3-0694-42C6-B2F4-0F6C761C0C02}" type="slidenum">
              <a:rPr lang="he-IL" smtClean="0"/>
              <a:t>‹#›</a:t>
            </a:fld>
            <a:endParaRPr lang="he-IL"/>
          </a:p>
        </p:txBody>
      </p:sp>
    </p:spTree>
    <p:extLst>
      <p:ext uri="{BB962C8B-B14F-4D97-AF65-F5344CB8AC3E}">
        <p14:creationId xmlns:p14="http://schemas.microsoft.com/office/powerpoint/2010/main" val="3109199360"/>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2699981" y="8248329"/>
            <a:ext cx="30599777" cy="17546649"/>
          </a:xfrm>
        </p:spPr>
        <p:txBody>
          <a:bodyPr anchor="b"/>
          <a:lstStyle>
            <a:lvl1pPr algn="ctr">
              <a:defRPr sz="23622"/>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4499967" y="26471644"/>
            <a:ext cx="26999804" cy="12168318"/>
          </a:xfrm>
        </p:spPr>
        <p:txBody>
          <a:bodyPr/>
          <a:lstStyle>
            <a:lvl1pPr marL="0" indent="0" algn="ctr">
              <a:buNone/>
              <a:defRPr sz="9449"/>
            </a:lvl1pPr>
            <a:lvl2pPr marL="1799996" indent="0" algn="ctr">
              <a:buNone/>
              <a:defRPr sz="7874"/>
            </a:lvl2pPr>
            <a:lvl3pPr marL="3599993" indent="0" algn="ctr">
              <a:buNone/>
              <a:defRPr sz="7087"/>
            </a:lvl3pPr>
            <a:lvl4pPr marL="5399989" indent="0" algn="ctr">
              <a:buNone/>
              <a:defRPr sz="6299"/>
            </a:lvl4pPr>
            <a:lvl5pPr marL="7199986" indent="0" algn="ctr">
              <a:buNone/>
              <a:defRPr sz="6299"/>
            </a:lvl5pPr>
            <a:lvl6pPr marL="8999982" indent="0" algn="ctr">
              <a:buNone/>
              <a:defRPr sz="6299"/>
            </a:lvl6pPr>
            <a:lvl7pPr marL="10799978" indent="0" algn="ctr">
              <a:buNone/>
              <a:defRPr sz="6299"/>
            </a:lvl7pPr>
            <a:lvl8pPr marL="12599975" indent="0" algn="ctr">
              <a:buNone/>
              <a:defRPr sz="6299"/>
            </a:lvl8pPr>
            <a:lvl9pPr marL="14399971" indent="0" algn="ctr">
              <a:buNone/>
              <a:defRPr sz="6299"/>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9DC48DB2-D762-4B1A-BE52-BA7A87F2F0F9}" type="datetimeFigureOut">
              <a:rPr lang="he-IL" smtClean="0"/>
              <a:t>ט"ו/תמוז/תשפ"ד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F1AB13C-885A-4B0F-B45E-3344DF53F074}" type="slidenum">
              <a:rPr lang="he-IL" smtClean="0"/>
              <a:t>‹#›</a:t>
            </a:fld>
            <a:endParaRPr lang="he-IL"/>
          </a:p>
        </p:txBody>
      </p:sp>
    </p:spTree>
    <p:extLst>
      <p:ext uri="{BB962C8B-B14F-4D97-AF65-F5344CB8AC3E}">
        <p14:creationId xmlns:p14="http://schemas.microsoft.com/office/powerpoint/2010/main" val="1518835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9DC48DB2-D762-4B1A-BE52-BA7A87F2F0F9}" type="datetimeFigureOut">
              <a:rPr lang="he-IL" smtClean="0"/>
              <a:t>ט"ו/תמוז/תשפ"ד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F1AB13C-885A-4B0F-B45E-3344DF53F074}" type="slidenum">
              <a:rPr lang="he-IL" smtClean="0"/>
              <a:t>‹#›</a:t>
            </a:fld>
            <a:endParaRPr lang="he-IL"/>
          </a:p>
        </p:txBody>
      </p:sp>
    </p:spTree>
    <p:extLst>
      <p:ext uri="{BB962C8B-B14F-4D97-AF65-F5344CB8AC3E}">
        <p14:creationId xmlns:p14="http://schemas.microsoft.com/office/powerpoint/2010/main" val="1806647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2456234" y="12565002"/>
            <a:ext cx="31049774" cy="20964976"/>
          </a:xfrm>
        </p:spPr>
        <p:txBody>
          <a:bodyPr anchor="b"/>
          <a:lstStyle>
            <a:lvl1pPr>
              <a:defRPr sz="23622"/>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456234" y="33728315"/>
            <a:ext cx="31049774" cy="11024985"/>
          </a:xfrm>
        </p:spPr>
        <p:txBody>
          <a:bodyPr/>
          <a:lstStyle>
            <a:lvl1pPr marL="0" indent="0">
              <a:buNone/>
              <a:defRPr sz="9449">
                <a:solidFill>
                  <a:schemeClr val="tx1">
                    <a:tint val="82000"/>
                  </a:schemeClr>
                </a:solidFill>
              </a:defRPr>
            </a:lvl1pPr>
            <a:lvl2pPr marL="1799996" indent="0">
              <a:buNone/>
              <a:defRPr sz="7874">
                <a:solidFill>
                  <a:schemeClr val="tx1">
                    <a:tint val="82000"/>
                  </a:schemeClr>
                </a:solidFill>
              </a:defRPr>
            </a:lvl2pPr>
            <a:lvl3pPr marL="3599993" indent="0">
              <a:buNone/>
              <a:defRPr sz="7087">
                <a:solidFill>
                  <a:schemeClr val="tx1">
                    <a:tint val="82000"/>
                  </a:schemeClr>
                </a:solidFill>
              </a:defRPr>
            </a:lvl3pPr>
            <a:lvl4pPr marL="5399989" indent="0">
              <a:buNone/>
              <a:defRPr sz="6299">
                <a:solidFill>
                  <a:schemeClr val="tx1">
                    <a:tint val="82000"/>
                  </a:schemeClr>
                </a:solidFill>
              </a:defRPr>
            </a:lvl4pPr>
            <a:lvl5pPr marL="7199986" indent="0">
              <a:buNone/>
              <a:defRPr sz="6299">
                <a:solidFill>
                  <a:schemeClr val="tx1">
                    <a:tint val="82000"/>
                  </a:schemeClr>
                </a:solidFill>
              </a:defRPr>
            </a:lvl5pPr>
            <a:lvl6pPr marL="8999982" indent="0">
              <a:buNone/>
              <a:defRPr sz="6299">
                <a:solidFill>
                  <a:schemeClr val="tx1">
                    <a:tint val="82000"/>
                  </a:schemeClr>
                </a:solidFill>
              </a:defRPr>
            </a:lvl6pPr>
            <a:lvl7pPr marL="10799978" indent="0">
              <a:buNone/>
              <a:defRPr sz="6299">
                <a:solidFill>
                  <a:schemeClr val="tx1">
                    <a:tint val="82000"/>
                  </a:schemeClr>
                </a:solidFill>
              </a:defRPr>
            </a:lvl7pPr>
            <a:lvl8pPr marL="12599975" indent="0">
              <a:buNone/>
              <a:defRPr sz="6299">
                <a:solidFill>
                  <a:schemeClr val="tx1">
                    <a:tint val="82000"/>
                  </a:schemeClr>
                </a:solidFill>
              </a:defRPr>
            </a:lvl8pPr>
            <a:lvl9pPr marL="14399971" indent="0">
              <a:buNone/>
              <a:defRPr sz="6299">
                <a:solidFill>
                  <a:schemeClr val="tx1">
                    <a:tint val="82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9DC48DB2-D762-4B1A-BE52-BA7A87F2F0F9}" type="datetimeFigureOut">
              <a:rPr lang="he-IL" smtClean="0"/>
              <a:t>ט"ו/תמוז/תשפ"ד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F1AB13C-885A-4B0F-B45E-3344DF53F074}" type="slidenum">
              <a:rPr lang="he-IL" smtClean="0"/>
              <a:t>‹#›</a:t>
            </a:fld>
            <a:endParaRPr lang="he-IL"/>
          </a:p>
        </p:txBody>
      </p:sp>
    </p:spTree>
    <p:extLst>
      <p:ext uri="{BB962C8B-B14F-4D97-AF65-F5344CB8AC3E}">
        <p14:creationId xmlns:p14="http://schemas.microsoft.com/office/powerpoint/2010/main" val="3377222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2474982" y="13416653"/>
            <a:ext cx="15299889" cy="31978305"/>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18224867" y="13416653"/>
            <a:ext cx="15299889" cy="31978305"/>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9DC48DB2-D762-4B1A-BE52-BA7A87F2F0F9}" type="datetimeFigureOut">
              <a:rPr lang="he-IL" smtClean="0"/>
              <a:t>ט"ו/תמוז/תשפ"ד</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F1AB13C-885A-4B0F-B45E-3344DF53F074}" type="slidenum">
              <a:rPr lang="he-IL" smtClean="0"/>
              <a:t>‹#›</a:t>
            </a:fld>
            <a:endParaRPr lang="he-IL"/>
          </a:p>
        </p:txBody>
      </p:sp>
    </p:spTree>
    <p:extLst>
      <p:ext uri="{BB962C8B-B14F-4D97-AF65-F5344CB8AC3E}">
        <p14:creationId xmlns:p14="http://schemas.microsoft.com/office/powerpoint/2010/main" val="2360715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2479671" y="2683342"/>
            <a:ext cx="31049774" cy="9741661"/>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479675" y="12354992"/>
            <a:ext cx="15229574" cy="6054990"/>
          </a:xfrm>
        </p:spPr>
        <p:txBody>
          <a:bodyPr anchor="b"/>
          <a:lstStyle>
            <a:lvl1pPr marL="0" indent="0">
              <a:buNone/>
              <a:defRPr sz="9449" b="1"/>
            </a:lvl1pPr>
            <a:lvl2pPr marL="1799996" indent="0">
              <a:buNone/>
              <a:defRPr sz="7874" b="1"/>
            </a:lvl2pPr>
            <a:lvl3pPr marL="3599993" indent="0">
              <a:buNone/>
              <a:defRPr sz="7087" b="1"/>
            </a:lvl3pPr>
            <a:lvl4pPr marL="5399989" indent="0">
              <a:buNone/>
              <a:defRPr sz="6299" b="1"/>
            </a:lvl4pPr>
            <a:lvl5pPr marL="7199986" indent="0">
              <a:buNone/>
              <a:defRPr sz="6299" b="1"/>
            </a:lvl5pPr>
            <a:lvl6pPr marL="8999982" indent="0">
              <a:buNone/>
              <a:defRPr sz="6299" b="1"/>
            </a:lvl6pPr>
            <a:lvl7pPr marL="10799978" indent="0">
              <a:buNone/>
              <a:defRPr sz="6299" b="1"/>
            </a:lvl7pPr>
            <a:lvl8pPr marL="12599975" indent="0">
              <a:buNone/>
              <a:defRPr sz="6299" b="1"/>
            </a:lvl8pPr>
            <a:lvl9pPr marL="14399971" indent="0">
              <a:buNone/>
              <a:defRPr sz="6299"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2479675" y="18409982"/>
            <a:ext cx="15229574" cy="27078310"/>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18224869" y="12354992"/>
            <a:ext cx="15304578" cy="6054990"/>
          </a:xfrm>
        </p:spPr>
        <p:txBody>
          <a:bodyPr anchor="b"/>
          <a:lstStyle>
            <a:lvl1pPr marL="0" indent="0">
              <a:buNone/>
              <a:defRPr sz="9449" b="1"/>
            </a:lvl1pPr>
            <a:lvl2pPr marL="1799996" indent="0">
              <a:buNone/>
              <a:defRPr sz="7874" b="1"/>
            </a:lvl2pPr>
            <a:lvl3pPr marL="3599993" indent="0">
              <a:buNone/>
              <a:defRPr sz="7087" b="1"/>
            </a:lvl3pPr>
            <a:lvl4pPr marL="5399989" indent="0">
              <a:buNone/>
              <a:defRPr sz="6299" b="1"/>
            </a:lvl4pPr>
            <a:lvl5pPr marL="7199986" indent="0">
              <a:buNone/>
              <a:defRPr sz="6299" b="1"/>
            </a:lvl5pPr>
            <a:lvl6pPr marL="8999982" indent="0">
              <a:buNone/>
              <a:defRPr sz="6299" b="1"/>
            </a:lvl6pPr>
            <a:lvl7pPr marL="10799978" indent="0">
              <a:buNone/>
              <a:defRPr sz="6299" b="1"/>
            </a:lvl7pPr>
            <a:lvl8pPr marL="12599975" indent="0">
              <a:buNone/>
              <a:defRPr sz="6299" b="1"/>
            </a:lvl8pPr>
            <a:lvl9pPr marL="14399971" indent="0">
              <a:buNone/>
              <a:defRPr sz="6299"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18224869" y="18409982"/>
            <a:ext cx="15304578" cy="27078310"/>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9DC48DB2-D762-4B1A-BE52-BA7A87F2F0F9}" type="datetimeFigureOut">
              <a:rPr lang="he-IL" smtClean="0"/>
              <a:t>ט"ו/תמוז/תשפ"ד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7F1AB13C-885A-4B0F-B45E-3344DF53F074}" type="slidenum">
              <a:rPr lang="he-IL" smtClean="0"/>
              <a:t>‹#›</a:t>
            </a:fld>
            <a:endParaRPr lang="he-IL"/>
          </a:p>
        </p:txBody>
      </p:sp>
    </p:spTree>
    <p:extLst>
      <p:ext uri="{BB962C8B-B14F-4D97-AF65-F5344CB8AC3E}">
        <p14:creationId xmlns:p14="http://schemas.microsoft.com/office/powerpoint/2010/main" val="3533149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9DC48DB2-D762-4B1A-BE52-BA7A87F2F0F9}" type="datetimeFigureOut">
              <a:rPr lang="he-IL" smtClean="0"/>
              <a:t>ט"ו/תמוז/תשפ"ד</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7F1AB13C-885A-4B0F-B45E-3344DF53F074}" type="slidenum">
              <a:rPr lang="he-IL" smtClean="0"/>
              <a:t>‹#›</a:t>
            </a:fld>
            <a:endParaRPr lang="he-IL"/>
          </a:p>
        </p:txBody>
      </p:sp>
    </p:spTree>
    <p:extLst>
      <p:ext uri="{BB962C8B-B14F-4D97-AF65-F5344CB8AC3E}">
        <p14:creationId xmlns:p14="http://schemas.microsoft.com/office/powerpoint/2010/main" val="3400481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C48DB2-D762-4B1A-BE52-BA7A87F2F0F9}" type="datetimeFigureOut">
              <a:rPr lang="he-IL" smtClean="0"/>
              <a:t>ט"ו/תמוז/תשפ"ד</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7F1AB13C-885A-4B0F-B45E-3344DF53F074}" type="slidenum">
              <a:rPr lang="he-IL" smtClean="0"/>
              <a:t>‹#›</a:t>
            </a:fld>
            <a:endParaRPr lang="he-IL"/>
          </a:p>
        </p:txBody>
      </p:sp>
    </p:spTree>
    <p:extLst>
      <p:ext uri="{BB962C8B-B14F-4D97-AF65-F5344CB8AC3E}">
        <p14:creationId xmlns:p14="http://schemas.microsoft.com/office/powerpoint/2010/main" val="520137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479671" y="3359997"/>
            <a:ext cx="11610853" cy="11759988"/>
          </a:xfrm>
        </p:spPr>
        <p:txBody>
          <a:bodyPr anchor="b"/>
          <a:lstStyle>
            <a:lvl1pPr>
              <a:defRPr sz="12598"/>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15304578" y="7256671"/>
            <a:ext cx="18224867" cy="35816631"/>
          </a:xfrm>
        </p:spPr>
        <p:txBody>
          <a:bodyPr/>
          <a:lstStyle>
            <a:lvl1pPr>
              <a:defRPr sz="12598"/>
            </a:lvl1pPr>
            <a:lvl2pPr>
              <a:defRPr sz="11024"/>
            </a:lvl2pPr>
            <a:lvl3pPr>
              <a:defRPr sz="9449"/>
            </a:lvl3pPr>
            <a:lvl4pPr>
              <a:defRPr sz="7874"/>
            </a:lvl4pPr>
            <a:lvl5pPr>
              <a:defRPr sz="7874"/>
            </a:lvl5pPr>
            <a:lvl6pPr>
              <a:defRPr sz="7874"/>
            </a:lvl6pPr>
            <a:lvl7pPr>
              <a:defRPr sz="7874"/>
            </a:lvl7pPr>
            <a:lvl8pPr>
              <a:defRPr sz="7874"/>
            </a:lvl8pPr>
            <a:lvl9pPr>
              <a:defRPr sz="7874"/>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2479671" y="15119985"/>
            <a:ext cx="11610853" cy="28011643"/>
          </a:xfrm>
        </p:spPr>
        <p:txBody>
          <a:bodyPr/>
          <a:lstStyle>
            <a:lvl1pPr marL="0" indent="0">
              <a:buNone/>
              <a:defRPr sz="6299"/>
            </a:lvl1pPr>
            <a:lvl2pPr marL="1799996" indent="0">
              <a:buNone/>
              <a:defRPr sz="5512"/>
            </a:lvl2pPr>
            <a:lvl3pPr marL="3599993" indent="0">
              <a:buNone/>
              <a:defRPr sz="4724"/>
            </a:lvl3pPr>
            <a:lvl4pPr marL="5399989" indent="0">
              <a:buNone/>
              <a:defRPr sz="3937"/>
            </a:lvl4pPr>
            <a:lvl5pPr marL="7199986" indent="0">
              <a:buNone/>
              <a:defRPr sz="3937"/>
            </a:lvl5pPr>
            <a:lvl6pPr marL="8999982" indent="0">
              <a:buNone/>
              <a:defRPr sz="3937"/>
            </a:lvl6pPr>
            <a:lvl7pPr marL="10799978" indent="0">
              <a:buNone/>
              <a:defRPr sz="3937"/>
            </a:lvl7pPr>
            <a:lvl8pPr marL="12599975" indent="0">
              <a:buNone/>
              <a:defRPr sz="3937"/>
            </a:lvl8pPr>
            <a:lvl9pPr marL="14399971" indent="0">
              <a:buNone/>
              <a:defRPr sz="3937"/>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9DC48DB2-D762-4B1A-BE52-BA7A87F2F0F9}" type="datetimeFigureOut">
              <a:rPr lang="he-IL" smtClean="0"/>
              <a:t>ט"ו/תמוז/תשפ"ד</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F1AB13C-885A-4B0F-B45E-3344DF53F074}" type="slidenum">
              <a:rPr lang="he-IL" smtClean="0"/>
              <a:t>‹#›</a:t>
            </a:fld>
            <a:endParaRPr lang="he-IL"/>
          </a:p>
        </p:txBody>
      </p:sp>
    </p:spTree>
    <p:extLst>
      <p:ext uri="{BB962C8B-B14F-4D97-AF65-F5344CB8AC3E}">
        <p14:creationId xmlns:p14="http://schemas.microsoft.com/office/powerpoint/2010/main" val="685262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479671" y="3359997"/>
            <a:ext cx="11610853" cy="11759988"/>
          </a:xfrm>
        </p:spPr>
        <p:txBody>
          <a:bodyPr anchor="b"/>
          <a:lstStyle>
            <a:lvl1pPr>
              <a:defRPr sz="12598"/>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15304578" y="7256671"/>
            <a:ext cx="18224867" cy="35816631"/>
          </a:xfrm>
        </p:spPr>
        <p:txBody>
          <a:bodyPr anchor="t"/>
          <a:lstStyle>
            <a:lvl1pPr marL="0" indent="0">
              <a:buNone/>
              <a:defRPr sz="12598"/>
            </a:lvl1pPr>
            <a:lvl2pPr marL="1799996" indent="0">
              <a:buNone/>
              <a:defRPr sz="11024"/>
            </a:lvl2pPr>
            <a:lvl3pPr marL="3599993" indent="0">
              <a:buNone/>
              <a:defRPr sz="9449"/>
            </a:lvl3pPr>
            <a:lvl4pPr marL="5399989" indent="0">
              <a:buNone/>
              <a:defRPr sz="7874"/>
            </a:lvl4pPr>
            <a:lvl5pPr marL="7199986" indent="0">
              <a:buNone/>
              <a:defRPr sz="7874"/>
            </a:lvl5pPr>
            <a:lvl6pPr marL="8999982" indent="0">
              <a:buNone/>
              <a:defRPr sz="7874"/>
            </a:lvl6pPr>
            <a:lvl7pPr marL="10799978" indent="0">
              <a:buNone/>
              <a:defRPr sz="7874"/>
            </a:lvl7pPr>
            <a:lvl8pPr marL="12599975" indent="0">
              <a:buNone/>
              <a:defRPr sz="7874"/>
            </a:lvl8pPr>
            <a:lvl9pPr marL="14399971" indent="0">
              <a:buNone/>
              <a:defRPr sz="7874"/>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2479671" y="15119985"/>
            <a:ext cx="11610853" cy="28011643"/>
          </a:xfrm>
        </p:spPr>
        <p:txBody>
          <a:bodyPr/>
          <a:lstStyle>
            <a:lvl1pPr marL="0" indent="0">
              <a:buNone/>
              <a:defRPr sz="6299"/>
            </a:lvl1pPr>
            <a:lvl2pPr marL="1799996" indent="0">
              <a:buNone/>
              <a:defRPr sz="5512"/>
            </a:lvl2pPr>
            <a:lvl3pPr marL="3599993" indent="0">
              <a:buNone/>
              <a:defRPr sz="4724"/>
            </a:lvl3pPr>
            <a:lvl4pPr marL="5399989" indent="0">
              <a:buNone/>
              <a:defRPr sz="3937"/>
            </a:lvl4pPr>
            <a:lvl5pPr marL="7199986" indent="0">
              <a:buNone/>
              <a:defRPr sz="3937"/>
            </a:lvl5pPr>
            <a:lvl6pPr marL="8999982" indent="0">
              <a:buNone/>
              <a:defRPr sz="3937"/>
            </a:lvl6pPr>
            <a:lvl7pPr marL="10799978" indent="0">
              <a:buNone/>
              <a:defRPr sz="3937"/>
            </a:lvl7pPr>
            <a:lvl8pPr marL="12599975" indent="0">
              <a:buNone/>
              <a:defRPr sz="3937"/>
            </a:lvl8pPr>
            <a:lvl9pPr marL="14399971" indent="0">
              <a:buNone/>
              <a:defRPr sz="3937"/>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9DC48DB2-D762-4B1A-BE52-BA7A87F2F0F9}" type="datetimeFigureOut">
              <a:rPr lang="he-IL" smtClean="0"/>
              <a:t>ט"ו/תמוז/תשפ"ד</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F1AB13C-885A-4B0F-B45E-3344DF53F074}" type="slidenum">
              <a:rPr lang="he-IL" smtClean="0"/>
              <a:t>‹#›</a:t>
            </a:fld>
            <a:endParaRPr lang="he-IL"/>
          </a:p>
        </p:txBody>
      </p:sp>
    </p:spTree>
    <p:extLst>
      <p:ext uri="{BB962C8B-B14F-4D97-AF65-F5344CB8AC3E}">
        <p14:creationId xmlns:p14="http://schemas.microsoft.com/office/powerpoint/2010/main" val="2275818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9DC48DB2-D762-4B1A-BE52-BA7A87F2F0F9}" type="datetimeFigureOut">
              <a:rPr lang="he-IL" smtClean="0"/>
              <a:t>ט"ו/תמוז/תשפ"ד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F1AB13C-885A-4B0F-B45E-3344DF53F074}" type="slidenum">
              <a:rPr lang="he-IL" smtClean="0"/>
              <a:t>‹#›</a:t>
            </a:fld>
            <a:endParaRPr lang="he-IL"/>
          </a:p>
        </p:txBody>
      </p:sp>
    </p:spTree>
    <p:extLst>
      <p:ext uri="{BB962C8B-B14F-4D97-AF65-F5344CB8AC3E}">
        <p14:creationId xmlns:p14="http://schemas.microsoft.com/office/powerpoint/2010/main" val="1810161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762314" y="2683331"/>
            <a:ext cx="7762444" cy="42711628"/>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2474984" y="2683331"/>
            <a:ext cx="22837334" cy="4271162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9DC48DB2-D762-4B1A-BE52-BA7A87F2F0F9}" type="datetimeFigureOut">
              <a:rPr lang="he-IL" smtClean="0"/>
              <a:t>ט"ו/תמוז/תשפ"ד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F1AB13C-885A-4B0F-B45E-3344DF53F074}" type="slidenum">
              <a:rPr lang="he-IL" smtClean="0"/>
              <a:t>‹#›</a:t>
            </a:fld>
            <a:endParaRPr lang="he-IL"/>
          </a:p>
        </p:txBody>
      </p:sp>
    </p:spTree>
    <p:extLst>
      <p:ext uri="{BB962C8B-B14F-4D97-AF65-F5344CB8AC3E}">
        <p14:creationId xmlns:p14="http://schemas.microsoft.com/office/powerpoint/2010/main" val="3639928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74982" y="2683342"/>
            <a:ext cx="31049774" cy="9741661"/>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474982" y="13416653"/>
            <a:ext cx="31049774" cy="31978305"/>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2474982" y="46713298"/>
            <a:ext cx="8099941" cy="2683331"/>
          </a:xfrm>
          <a:prstGeom prst="rect">
            <a:avLst/>
          </a:prstGeom>
        </p:spPr>
        <p:txBody>
          <a:bodyPr vert="horz" lIns="91440" tIns="45720" rIns="91440" bIns="45720" rtlCol="0" anchor="ctr"/>
          <a:lstStyle>
            <a:lvl1pPr algn="l">
              <a:defRPr sz="4724">
                <a:solidFill>
                  <a:schemeClr val="tx1">
                    <a:tint val="82000"/>
                  </a:schemeClr>
                </a:solidFill>
              </a:defRPr>
            </a:lvl1pPr>
          </a:lstStyle>
          <a:p>
            <a:fld id="{9DC48DB2-D762-4B1A-BE52-BA7A87F2F0F9}" type="datetimeFigureOut">
              <a:rPr lang="he-IL" smtClean="0"/>
              <a:t>ט"ו/תמוז/תשפ"ד</a:t>
            </a:fld>
            <a:endParaRPr lang="he-IL"/>
          </a:p>
        </p:txBody>
      </p:sp>
      <p:sp>
        <p:nvSpPr>
          <p:cNvPr id="5" name="Footer Placeholder 4"/>
          <p:cNvSpPr>
            <a:spLocks noGrp="1"/>
          </p:cNvSpPr>
          <p:nvPr>
            <p:ph type="ftr" sz="quarter" idx="3"/>
          </p:nvPr>
        </p:nvSpPr>
        <p:spPr>
          <a:xfrm>
            <a:off x="11924913" y="46713298"/>
            <a:ext cx="12149912" cy="2683331"/>
          </a:xfrm>
          <a:prstGeom prst="rect">
            <a:avLst/>
          </a:prstGeom>
        </p:spPr>
        <p:txBody>
          <a:bodyPr vert="horz" lIns="91440" tIns="45720" rIns="91440" bIns="45720" rtlCol="0" anchor="ctr"/>
          <a:lstStyle>
            <a:lvl1pPr algn="ctr">
              <a:defRPr sz="4724">
                <a:solidFill>
                  <a:schemeClr val="tx1">
                    <a:tint val="82000"/>
                  </a:schemeClr>
                </a:solidFill>
              </a:defRPr>
            </a:lvl1pPr>
          </a:lstStyle>
          <a:p>
            <a:endParaRPr lang="he-IL"/>
          </a:p>
        </p:txBody>
      </p:sp>
      <p:sp>
        <p:nvSpPr>
          <p:cNvPr id="6" name="Slide Number Placeholder 5"/>
          <p:cNvSpPr>
            <a:spLocks noGrp="1"/>
          </p:cNvSpPr>
          <p:nvPr>
            <p:ph type="sldNum" sz="quarter" idx="4"/>
          </p:nvPr>
        </p:nvSpPr>
        <p:spPr>
          <a:xfrm>
            <a:off x="25424815" y="46713298"/>
            <a:ext cx="8099941" cy="2683331"/>
          </a:xfrm>
          <a:prstGeom prst="rect">
            <a:avLst/>
          </a:prstGeom>
        </p:spPr>
        <p:txBody>
          <a:bodyPr vert="horz" lIns="91440" tIns="45720" rIns="91440" bIns="45720" rtlCol="0" anchor="ctr"/>
          <a:lstStyle>
            <a:lvl1pPr algn="r">
              <a:defRPr sz="4724">
                <a:solidFill>
                  <a:schemeClr val="tx1">
                    <a:tint val="82000"/>
                  </a:schemeClr>
                </a:solidFill>
              </a:defRPr>
            </a:lvl1pPr>
          </a:lstStyle>
          <a:p>
            <a:fld id="{7F1AB13C-885A-4B0F-B45E-3344DF53F074}" type="slidenum">
              <a:rPr lang="he-IL" smtClean="0"/>
              <a:t>‹#›</a:t>
            </a:fld>
            <a:endParaRPr lang="he-IL"/>
          </a:p>
        </p:txBody>
      </p:sp>
    </p:spTree>
    <p:extLst>
      <p:ext uri="{BB962C8B-B14F-4D97-AF65-F5344CB8AC3E}">
        <p14:creationId xmlns:p14="http://schemas.microsoft.com/office/powerpoint/2010/main" val="3068032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599993" rtl="1" eaLnBrk="1" latinLnBrk="0" hangingPunct="1">
        <a:lnSpc>
          <a:spcPct val="90000"/>
        </a:lnSpc>
        <a:spcBef>
          <a:spcPct val="0"/>
        </a:spcBef>
        <a:buNone/>
        <a:defRPr sz="17323" kern="1200">
          <a:solidFill>
            <a:schemeClr val="tx1"/>
          </a:solidFill>
          <a:latin typeface="+mj-lt"/>
          <a:ea typeface="+mj-ea"/>
          <a:cs typeface="+mj-cs"/>
        </a:defRPr>
      </a:lvl1pPr>
    </p:titleStyle>
    <p:bodyStyle>
      <a:lvl1pPr marL="899998" indent="-899998" algn="r" defTabSz="3599993" rtl="1" eaLnBrk="1" latinLnBrk="0" hangingPunct="1">
        <a:lnSpc>
          <a:spcPct val="90000"/>
        </a:lnSpc>
        <a:spcBef>
          <a:spcPts val="3937"/>
        </a:spcBef>
        <a:buFont typeface="Arial" panose="020B0604020202020204" pitchFamily="34" charset="0"/>
        <a:buChar char="•"/>
        <a:defRPr sz="11024" kern="1200">
          <a:solidFill>
            <a:schemeClr val="tx1"/>
          </a:solidFill>
          <a:latin typeface="+mn-lt"/>
          <a:ea typeface="+mn-ea"/>
          <a:cs typeface="+mn-cs"/>
        </a:defRPr>
      </a:lvl1pPr>
      <a:lvl2pPr marL="2699995" indent="-899998" algn="r" defTabSz="3599993" rtl="1" eaLnBrk="1" latinLnBrk="0" hangingPunct="1">
        <a:lnSpc>
          <a:spcPct val="90000"/>
        </a:lnSpc>
        <a:spcBef>
          <a:spcPts val="1968"/>
        </a:spcBef>
        <a:buFont typeface="Arial" panose="020B0604020202020204" pitchFamily="34" charset="0"/>
        <a:buChar char="•"/>
        <a:defRPr sz="9449" kern="1200">
          <a:solidFill>
            <a:schemeClr val="tx1"/>
          </a:solidFill>
          <a:latin typeface="+mn-lt"/>
          <a:ea typeface="+mn-ea"/>
          <a:cs typeface="+mn-cs"/>
        </a:defRPr>
      </a:lvl2pPr>
      <a:lvl3pPr marL="4499991" indent="-899998" algn="r" defTabSz="3599993" rtl="1" eaLnBrk="1" latinLnBrk="0" hangingPunct="1">
        <a:lnSpc>
          <a:spcPct val="90000"/>
        </a:lnSpc>
        <a:spcBef>
          <a:spcPts val="1968"/>
        </a:spcBef>
        <a:buFont typeface="Arial" panose="020B0604020202020204" pitchFamily="34" charset="0"/>
        <a:buChar char="•"/>
        <a:defRPr sz="7874" kern="1200">
          <a:solidFill>
            <a:schemeClr val="tx1"/>
          </a:solidFill>
          <a:latin typeface="+mn-lt"/>
          <a:ea typeface="+mn-ea"/>
          <a:cs typeface="+mn-cs"/>
        </a:defRPr>
      </a:lvl3pPr>
      <a:lvl4pPr marL="6299987" indent="-899998" algn="r" defTabSz="3599993" rtl="1"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4pPr>
      <a:lvl5pPr marL="8099984" indent="-899998" algn="r" defTabSz="3599993" rtl="1"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5pPr>
      <a:lvl6pPr marL="9899980" indent="-899998" algn="r" defTabSz="3599993" rtl="1"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6pPr>
      <a:lvl7pPr marL="11699977" indent="-899998" algn="r" defTabSz="3599993" rtl="1"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7pPr>
      <a:lvl8pPr marL="13499973" indent="-899998" algn="r" defTabSz="3599993" rtl="1"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8pPr>
      <a:lvl9pPr marL="15299969" indent="-899998" algn="r" defTabSz="3599993" rtl="1"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9pPr>
    </p:bodyStyle>
    <p:otherStyle>
      <a:defPPr>
        <a:defRPr lang="en-US"/>
      </a:defPPr>
      <a:lvl1pPr marL="0" algn="r" defTabSz="3599993" rtl="1" eaLnBrk="1" latinLnBrk="0" hangingPunct="1">
        <a:defRPr sz="7087" kern="1200">
          <a:solidFill>
            <a:schemeClr val="tx1"/>
          </a:solidFill>
          <a:latin typeface="+mn-lt"/>
          <a:ea typeface="+mn-ea"/>
          <a:cs typeface="+mn-cs"/>
        </a:defRPr>
      </a:lvl1pPr>
      <a:lvl2pPr marL="1799996" algn="r" defTabSz="3599993" rtl="1" eaLnBrk="1" latinLnBrk="0" hangingPunct="1">
        <a:defRPr sz="7087" kern="1200">
          <a:solidFill>
            <a:schemeClr val="tx1"/>
          </a:solidFill>
          <a:latin typeface="+mn-lt"/>
          <a:ea typeface="+mn-ea"/>
          <a:cs typeface="+mn-cs"/>
        </a:defRPr>
      </a:lvl2pPr>
      <a:lvl3pPr marL="3599993" algn="r" defTabSz="3599993" rtl="1" eaLnBrk="1" latinLnBrk="0" hangingPunct="1">
        <a:defRPr sz="7087" kern="1200">
          <a:solidFill>
            <a:schemeClr val="tx1"/>
          </a:solidFill>
          <a:latin typeface="+mn-lt"/>
          <a:ea typeface="+mn-ea"/>
          <a:cs typeface="+mn-cs"/>
        </a:defRPr>
      </a:lvl3pPr>
      <a:lvl4pPr marL="5399989" algn="r" defTabSz="3599993" rtl="1" eaLnBrk="1" latinLnBrk="0" hangingPunct="1">
        <a:defRPr sz="7087" kern="1200">
          <a:solidFill>
            <a:schemeClr val="tx1"/>
          </a:solidFill>
          <a:latin typeface="+mn-lt"/>
          <a:ea typeface="+mn-ea"/>
          <a:cs typeface="+mn-cs"/>
        </a:defRPr>
      </a:lvl4pPr>
      <a:lvl5pPr marL="7199986" algn="r" defTabSz="3599993" rtl="1" eaLnBrk="1" latinLnBrk="0" hangingPunct="1">
        <a:defRPr sz="7087" kern="1200">
          <a:solidFill>
            <a:schemeClr val="tx1"/>
          </a:solidFill>
          <a:latin typeface="+mn-lt"/>
          <a:ea typeface="+mn-ea"/>
          <a:cs typeface="+mn-cs"/>
        </a:defRPr>
      </a:lvl5pPr>
      <a:lvl6pPr marL="8999982" algn="r" defTabSz="3599993" rtl="1" eaLnBrk="1" latinLnBrk="0" hangingPunct="1">
        <a:defRPr sz="7087" kern="1200">
          <a:solidFill>
            <a:schemeClr val="tx1"/>
          </a:solidFill>
          <a:latin typeface="+mn-lt"/>
          <a:ea typeface="+mn-ea"/>
          <a:cs typeface="+mn-cs"/>
        </a:defRPr>
      </a:lvl6pPr>
      <a:lvl7pPr marL="10799978" algn="r" defTabSz="3599993" rtl="1" eaLnBrk="1" latinLnBrk="0" hangingPunct="1">
        <a:defRPr sz="7087" kern="1200">
          <a:solidFill>
            <a:schemeClr val="tx1"/>
          </a:solidFill>
          <a:latin typeface="+mn-lt"/>
          <a:ea typeface="+mn-ea"/>
          <a:cs typeface="+mn-cs"/>
        </a:defRPr>
      </a:lvl7pPr>
      <a:lvl8pPr marL="12599975" algn="r" defTabSz="3599993" rtl="1" eaLnBrk="1" latinLnBrk="0" hangingPunct="1">
        <a:defRPr sz="7087" kern="1200">
          <a:solidFill>
            <a:schemeClr val="tx1"/>
          </a:solidFill>
          <a:latin typeface="+mn-lt"/>
          <a:ea typeface="+mn-ea"/>
          <a:cs typeface="+mn-cs"/>
        </a:defRPr>
      </a:lvl8pPr>
      <a:lvl9pPr marL="14399971" algn="r" defTabSz="3599993" rtl="1" eaLnBrk="1" latinLnBrk="0" hangingPunct="1">
        <a:defRPr sz="708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JP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גרפיקה 20">
            <a:extLst>
              <a:ext uri="{FF2B5EF4-FFF2-40B4-BE49-F238E27FC236}">
                <a16:creationId xmlns:a16="http://schemas.microsoft.com/office/drawing/2014/main" id="{1CDD198B-0F62-5E9F-F92A-BA6C2DBD2A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1"/>
            <a:ext cx="35999738" cy="50399950"/>
          </a:xfrm>
          <a:prstGeom prst="rect">
            <a:avLst/>
          </a:prstGeom>
        </p:spPr>
      </p:pic>
      <p:sp>
        <p:nvSpPr>
          <p:cNvPr id="6" name="TextBox 11">
            <a:extLst>
              <a:ext uri="{FF2B5EF4-FFF2-40B4-BE49-F238E27FC236}">
                <a16:creationId xmlns:a16="http://schemas.microsoft.com/office/drawing/2014/main" id="{44D2FDF5-4044-5709-B45C-4BD7FFDB049C}"/>
              </a:ext>
            </a:extLst>
          </p:cNvPr>
          <p:cNvSpPr txBox="1">
            <a:spLocks noChangeArrowheads="1"/>
          </p:cNvSpPr>
          <p:nvPr/>
        </p:nvSpPr>
        <p:spPr bwMode="auto">
          <a:xfrm>
            <a:off x="3095260" y="12532549"/>
            <a:ext cx="15033480" cy="7200571"/>
          </a:xfrm>
          <a:prstGeom prst="rect">
            <a:avLst/>
          </a:prstGeom>
          <a:solidFill>
            <a:schemeClr val="bg1"/>
          </a:solidFill>
          <a:ln w="98425">
            <a:solidFill>
              <a:srgbClr val="AAFD00"/>
            </a:solidFill>
            <a:miter lim="800000"/>
            <a:headEnd/>
            <a:tailEnd/>
          </a:ln>
        </p:spPr>
        <p:txBody>
          <a:bodyPr wrap="square">
            <a:noAutofit/>
          </a:bodyPr>
          <a:lstStyle>
            <a:lvl1pPr>
              <a:defRPr sz="5700">
                <a:solidFill>
                  <a:schemeClr val="tx1"/>
                </a:solidFill>
                <a:latin typeface="Arial" panose="020B0604020202020204" pitchFamily="34" charset="0"/>
                <a:cs typeface="Arial" panose="020B0604020202020204" pitchFamily="34" charset="0"/>
              </a:defRPr>
            </a:lvl1pPr>
            <a:lvl2pPr marL="742950" indent="-285750">
              <a:defRPr sz="5700">
                <a:solidFill>
                  <a:schemeClr val="tx1"/>
                </a:solidFill>
                <a:latin typeface="Arial" panose="020B0604020202020204" pitchFamily="34" charset="0"/>
                <a:cs typeface="Arial" panose="020B0604020202020204" pitchFamily="34" charset="0"/>
              </a:defRPr>
            </a:lvl2pPr>
            <a:lvl3pPr marL="1143000" indent="-228600">
              <a:defRPr sz="5700">
                <a:solidFill>
                  <a:schemeClr val="tx1"/>
                </a:solidFill>
                <a:latin typeface="Arial" panose="020B0604020202020204" pitchFamily="34" charset="0"/>
                <a:cs typeface="Arial" panose="020B0604020202020204" pitchFamily="34" charset="0"/>
              </a:defRPr>
            </a:lvl3pPr>
            <a:lvl4pPr marL="1600200" indent="-228600">
              <a:defRPr sz="5700">
                <a:solidFill>
                  <a:schemeClr val="tx1"/>
                </a:solidFill>
                <a:latin typeface="Arial" panose="020B0604020202020204" pitchFamily="34" charset="0"/>
                <a:cs typeface="Arial" panose="020B0604020202020204" pitchFamily="34" charset="0"/>
              </a:defRPr>
            </a:lvl4pPr>
            <a:lvl5pPr marL="2057400" indent="-228600">
              <a:defRPr sz="5700">
                <a:solidFill>
                  <a:schemeClr val="tx1"/>
                </a:solidFill>
                <a:latin typeface="Arial" panose="020B0604020202020204" pitchFamily="34" charset="0"/>
                <a:cs typeface="Arial" panose="020B0604020202020204" pitchFamily="34" charset="0"/>
              </a:defRPr>
            </a:lvl5pPr>
            <a:lvl6pPr marL="25146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6pPr>
            <a:lvl7pPr marL="29718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7pPr>
            <a:lvl8pPr marL="34290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8pPr>
            <a:lvl9pPr marL="38862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9pPr>
          </a:lstStyle>
          <a:p>
            <a:pPr algn="l" rtl="0"/>
            <a:r>
              <a:rPr lang="en-US" sz="3600" dirty="0"/>
              <a:t>   </a:t>
            </a:r>
          </a:p>
          <a:p>
            <a:pPr algn="l" rtl="0"/>
            <a:r>
              <a:rPr lang="en-US" sz="3600" dirty="0">
                <a:latin typeface="Arial" panose="020B0604020202020204" pitchFamily="34" charset="0"/>
                <a:cs typeface="Arial" panose="020B0604020202020204" pitchFamily="34" charset="0"/>
              </a:rPr>
              <a:t>Public spaces such as shopping malls, airports, and city streets face continuous security challenges from potential threats. Currently, security incident reports rely on human observers or real-time monitoring of security camera feeds. This approach has critical limitations:</a:t>
            </a: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Incidents may be missed due to lack of witnesses or momentary inattention to specific camera feeds.</a:t>
            </a: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Human reporting introduces delays in communicating crucial details like location and nature of the threat and even problems speaking in the same language or there is noise in the place.</a:t>
            </a: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Time lost in explaining the situation to authorities can be critical in life-threatening scenarios.</a:t>
            </a:r>
          </a:p>
          <a:p>
            <a:pPr algn="l" defTabSz="4776312" rtl="0" eaLnBrk="1" hangingPunct="1">
              <a:lnSpc>
                <a:spcPct val="120000"/>
              </a:lnSpc>
              <a:spcBef>
                <a:spcPts val="491"/>
              </a:spcBef>
              <a:buClr>
                <a:srgbClr val="AAFD00"/>
              </a:buClr>
              <a:buSzPct val="120000"/>
              <a:defRPr/>
            </a:pPr>
            <a:endParaRPr lang="en-US" sz="3600" dirty="0"/>
          </a:p>
        </p:txBody>
      </p:sp>
      <p:sp>
        <p:nvSpPr>
          <p:cNvPr id="7" name="TextBox 12">
            <a:extLst>
              <a:ext uri="{FF2B5EF4-FFF2-40B4-BE49-F238E27FC236}">
                <a16:creationId xmlns:a16="http://schemas.microsoft.com/office/drawing/2014/main" id="{02905E97-12C8-C414-CADD-B28314FE7964}"/>
              </a:ext>
            </a:extLst>
          </p:cNvPr>
          <p:cNvSpPr txBox="1">
            <a:spLocks noChangeArrowheads="1"/>
          </p:cNvSpPr>
          <p:nvPr/>
        </p:nvSpPr>
        <p:spPr bwMode="auto">
          <a:xfrm>
            <a:off x="5478164" y="12132893"/>
            <a:ext cx="10267672" cy="923925"/>
          </a:xfrm>
          <a:prstGeom prst="rect">
            <a:avLst/>
          </a:prstGeom>
          <a:solidFill>
            <a:srgbClr val="AAFD00"/>
          </a:solidFill>
          <a:ln>
            <a:noFill/>
          </a:ln>
        </p:spPr>
        <p:txBody>
          <a:bodyPr wrap="square">
            <a:spAutoFit/>
          </a:bodyPr>
          <a:lstStyle>
            <a:lvl1pPr>
              <a:defRPr sz="9400">
                <a:solidFill>
                  <a:schemeClr val="tx1"/>
                </a:solidFill>
                <a:latin typeface="Arial" panose="020B0604020202020204" pitchFamily="34" charset="0"/>
                <a:cs typeface="Arial" panose="020B0604020202020204" pitchFamily="34" charset="0"/>
              </a:defRPr>
            </a:lvl1pPr>
            <a:lvl2pPr marL="742950" indent="-285750">
              <a:defRPr sz="9400">
                <a:solidFill>
                  <a:schemeClr val="tx1"/>
                </a:solidFill>
                <a:latin typeface="Arial" panose="020B0604020202020204" pitchFamily="34" charset="0"/>
                <a:cs typeface="Arial" panose="020B0604020202020204" pitchFamily="34" charset="0"/>
              </a:defRPr>
            </a:lvl2pPr>
            <a:lvl3pPr marL="1143000" indent="-228600">
              <a:defRPr sz="9400">
                <a:solidFill>
                  <a:schemeClr val="tx1"/>
                </a:solidFill>
                <a:latin typeface="Arial" panose="020B0604020202020204" pitchFamily="34" charset="0"/>
                <a:cs typeface="Arial" panose="020B0604020202020204" pitchFamily="34" charset="0"/>
              </a:defRPr>
            </a:lvl3pPr>
            <a:lvl4pPr marL="1600200" indent="-228600">
              <a:defRPr sz="9400">
                <a:solidFill>
                  <a:schemeClr val="tx1"/>
                </a:solidFill>
                <a:latin typeface="Arial" panose="020B0604020202020204" pitchFamily="34" charset="0"/>
                <a:cs typeface="Arial" panose="020B0604020202020204" pitchFamily="34" charset="0"/>
              </a:defRPr>
            </a:lvl4pPr>
            <a:lvl5pPr marL="2057400" indent="-228600">
              <a:defRPr sz="9400">
                <a:solidFill>
                  <a:schemeClr val="tx1"/>
                </a:solidFill>
                <a:latin typeface="Arial" panose="020B0604020202020204" pitchFamily="34" charset="0"/>
                <a:cs typeface="Arial" panose="020B0604020202020204" pitchFamily="34" charset="0"/>
              </a:defRPr>
            </a:lvl5pPr>
            <a:lvl6pPr marL="25146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6pPr>
            <a:lvl7pPr marL="29718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7pPr>
            <a:lvl8pPr marL="34290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8pPr>
            <a:lvl9pPr marL="38862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9pPr>
          </a:lstStyle>
          <a:p>
            <a:pPr algn="ctr" rtl="0" eaLnBrk="1" hangingPunct="1"/>
            <a:r>
              <a:rPr lang="en-US" altLang="he-IL" sz="5400" b="1" dirty="0"/>
              <a:t>1</a:t>
            </a:r>
            <a:r>
              <a:rPr lang="en-US" altLang="he-IL" sz="5400" dirty="0"/>
              <a:t>. </a:t>
            </a:r>
            <a:r>
              <a:rPr lang="en-US" altLang="he-IL" sz="5400" b="1" dirty="0"/>
              <a:t>Problem description</a:t>
            </a:r>
            <a:endParaRPr lang="he-IL" altLang="he-IL" sz="5400" b="1" dirty="0"/>
          </a:p>
        </p:txBody>
      </p:sp>
      <p:sp>
        <p:nvSpPr>
          <p:cNvPr id="8" name="TextBox 5">
            <a:extLst>
              <a:ext uri="{FF2B5EF4-FFF2-40B4-BE49-F238E27FC236}">
                <a16:creationId xmlns:a16="http://schemas.microsoft.com/office/drawing/2014/main" id="{5F016FD4-8006-4A4C-9072-00A0538A6EE3}"/>
              </a:ext>
            </a:extLst>
          </p:cNvPr>
          <p:cNvSpPr txBox="1"/>
          <p:nvPr/>
        </p:nvSpPr>
        <p:spPr>
          <a:xfrm>
            <a:off x="3095320" y="20448172"/>
            <a:ext cx="15033481" cy="5697563"/>
          </a:xfrm>
          <a:prstGeom prst="rect">
            <a:avLst/>
          </a:prstGeom>
          <a:solidFill>
            <a:schemeClr val="bg1"/>
          </a:solidFill>
          <a:ln w="98425">
            <a:solidFill>
              <a:srgbClr val="AAFD00"/>
            </a:solidFill>
            <a:miter lim="800000"/>
            <a:headEnd/>
            <a:tailEnd/>
          </a:ln>
        </p:spPr>
        <p:txBody>
          <a:bodyPr wrap="square">
            <a:noAutofit/>
          </a:bodyPr>
          <a:lstStyle>
            <a:defPPr>
              <a:defRPr lang="en-US"/>
            </a:defPPr>
            <a:lvl1pPr defTabSz="4776312">
              <a:lnSpc>
                <a:spcPct val="120000"/>
              </a:lnSpc>
              <a:spcBef>
                <a:spcPts val="491"/>
              </a:spcBef>
              <a:buClr>
                <a:srgbClr val="9BBB59"/>
              </a:buClr>
              <a:buSzPct val="120000"/>
              <a:defRPr sz="3600">
                <a:latin typeface="Arial" panose="020B0604020202020204" pitchFamily="34" charset="0"/>
                <a:cs typeface="Arial" panose="020B0604020202020204" pitchFamily="34" charset="0"/>
              </a:defRPr>
            </a:lvl1pPr>
            <a:lvl2pPr marL="742950" indent="-285750">
              <a:defRPr sz="5700">
                <a:latin typeface="Arial" panose="020B0604020202020204" pitchFamily="34" charset="0"/>
                <a:cs typeface="Arial" panose="020B0604020202020204" pitchFamily="34" charset="0"/>
              </a:defRPr>
            </a:lvl2pPr>
            <a:lvl3pPr marL="1143000" indent="-228600">
              <a:defRPr sz="5700">
                <a:latin typeface="Arial" panose="020B0604020202020204" pitchFamily="34" charset="0"/>
                <a:cs typeface="Arial" panose="020B0604020202020204" pitchFamily="34" charset="0"/>
              </a:defRPr>
            </a:lvl3pPr>
            <a:lvl4pPr marL="1600200" indent="-228600">
              <a:defRPr sz="5700">
                <a:latin typeface="Arial" panose="020B0604020202020204" pitchFamily="34" charset="0"/>
                <a:cs typeface="Arial" panose="020B0604020202020204" pitchFamily="34" charset="0"/>
              </a:defRPr>
            </a:lvl4pPr>
            <a:lvl5pPr marL="2057400" indent="-228600">
              <a:defRPr sz="5700">
                <a:latin typeface="Arial" panose="020B0604020202020204" pitchFamily="34" charset="0"/>
                <a:cs typeface="Arial" panose="020B0604020202020204" pitchFamily="34" charset="0"/>
              </a:defRPr>
            </a:lvl5pPr>
            <a:lvl6pPr marL="25146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6pPr>
            <a:lvl7pPr marL="29718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7pPr>
            <a:lvl8pPr marL="34290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8pPr>
            <a:lvl9pPr marL="38862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9pPr>
          </a:lstStyle>
          <a:p>
            <a:pPr marL="571500" indent="-571500" algn="l" rtl="0">
              <a:buFont typeface="Wingdings" panose="05000000000000000000" pitchFamily="2" charset="2"/>
              <a:buChar char="v"/>
            </a:pPr>
            <a:endParaRPr lang="en-US" dirty="0"/>
          </a:p>
          <a:p>
            <a:pPr marL="571500" indent="-571500" algn="l" rtl="0">
              <a:buFont typeface="Wingdings" panose="05000000000000000000" pitchFamily="2" charset="2"/>
              <a:buChar char="v"/>
            </a:pPr>
            <a:r>
              <a:rPr lang="en-US" sz="3600" b="0" i="0" dirty="0">
                <a:solidFill>
                  <a:srgbClr val="000000"/>
                </a:solidFill>
                <a:effectLst/>
                <a:latin typeface="Arial" panose="020B0604020202020204" pitchFamily="34" charset="0"/>
                <a:cs typeface="Arial" panose="020B0604020202020204" pitchFamily="34" charset="0"/>
              </a:rPr>
              <a:t>Implementing and developing an AI-based system for continuous, automated threat detection across multiple video feeds.</a:t>
            </a:r>
          </a:p>
          <a:p>
            <a:pPr marL="571500" indent="-571500" algn="l" rtl="0">
              <a:buFont typeface="Wingdings" panose="05000000000000000000" pitchFamily="2" charset="2"/>
              <a:buChar char="v"/>
            </a:pPr>
            <a:r>
              <a:rPr lang="en-US" sz="3600" b="0" i="0" dirty="0">
                <a:solidFill>
                  <a:srgbClr val="000000"/>
                </a:solidFill>
                <a:effectLst/>
                <a:latin typeface="Arial" panose="020B0604020202020204" pitchFamily="34" charset="0"/>
                <a:cs typeface="Arial" panose="020B0604020202020204" pitchFamily="34" charset="0"/>
              </a:rPr>
              <a:t>Providing instant, detailed alerts to relevant authorities, eliminating delays in threat reporting, delivering precise information about the incident's location and reduce reaction time.</a:t>
            </a:r>
            <a:endParaRPr lang="en-US" sz="3600" dirty="0">
              <a:latin typeface="Arial" panose="020B0604020202020204" pitchFamily="34" charset="0"/>
              <a:cs typeface="Arial" panose="020B0604020202020204" pitchFamily="34" charset="0"/>
            </a:endParaRPr>
          </a:p>
          <a:p>
            <a:pPr algn="l" rtl="0"/>
            <a:r>
              <a:rPr lang="en-US" sz="3600" dirty="0">
                <a:latin typeface="Arial" panose="020B0604020202020204" pitchFamily="34" charset="0"/>
                <a:cs typeface="Arial" panose="020B0604020202020204" pitchFamily="34" charset="0"/>
              </a:rPr>
              <a:t>The project's goal is to significantly reduce response times to potential security threats recognizing that every second saved can be crucial .</a:t>
            </a:r>
            <a:endParaRPr lang="en-US" dirty="0"/>
          </a:p>
        </p:txBody>
      </p:sp>
      <p:sp>
        <p:nvSpPr>
          <p:cNvPr id="9" name="TextBox 6">
            <a:extLst>
              <a:ext uri="{FF2B5EF4-FFF2-40B4-BE49-F238E27FC236}">
                <a16:creationId xmlns:a16="http://schemas.microsoft.com/office/drawing/2014/main" id="{3694305C-2B48-03E3-0C02-CF0BB6469A90}"/>
              </a:ext>
            </a:extLst>
          </p:cNvPr>
          <p:cNvSpPr txBox="1">
            <a:spLocks noChangeAspect="1"/>
          </p:cNvSpPr>
          <p:nvPr/>
        </p:nvSpPr>
        <p:spPr>
          <a:xfrm>
            <a:off x="3095260" y="27082806"/>
            <a:ext cx="15033600" cy="22602094"/>
          </a:xfrm>
          <a:prstGeom prst="rect">
            <a:avLst/>
          </a:prstGeom>
          <a:solidFill>
            <a:schemeClr val="bg1"/>
          </a:solidFill>
          <a:ln w="98425">
            <a:solidFill>
              <a:srgbClr val="AAFD00"/>
            </a:solidFill>
          </a:ln>
        </p:spPr>
        <p:txBody>
          <a:bodyPr wrap="square" rtlCol="1">
            <a:noAutofit/>
          </a:bodyPr>
          <a:lstStyle/>
          <a:p>
            <a:pPr marL="571500" indent="-571500" algn="l" defTabSz="4776312" rtl="0" eaLnBrk="1" hangingPunct="1">
              <a:lnSpc>
                <a:spcPct val="120000"/>
              </a:lnSpc>
              <a:spcBef>
                <a:spcPts val="491"/>
              </a:spcBef>
              <a:buClr>
                <a:srgbClr val="AAFD00"/>
              </a:buClr>
              <a:buSzPct val="120000"/>
              <a:buFont typeface="Arial" panose="020B0604020202020204" pitchFamily="34" charset="0"/>
              <a:buChar char="•"/>
              <a:defRPr/>
            </a:pPr>
            <a:endParaRPr lang="en-US" sz="4000" dirty="0"/>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The architecture chosen for the project is Event-Driven, as it deals with real-time data processing and alert generation. This architecture allows for efficient handling of incoming data and quick responses to events.</a:t>
            </a:r>
          </a:p>
        </p:txBody>
      </p:sp>
      <p:sp>
        <p:nvSpPr>
          <p:cNvPr id="10" name="TextBox 25">
            <a:extLst>
              <a:ext uri="{FF2B5EF4-FFF2-40B4-BE49-F238E27FC236}">
                <a16:creationId xmlns:a16="http://schemas.microsoft.com/office/drawing/2014/main" id="{107ED238-BD72-80EB-8AEC-F943CF9CF3B8}"/>
              </a:ext>
            </a:extLst>
          </p:cNvPr>
          <p:cNvSpPr txBox="1">
            <a:spLocks noChangeArrowheads="1"/>
          </p:cNvSpPr>
          <p:nvPr/>
        </p:nvSpPr>
        <p:spPr bwMode="auto">
          <a:xfrm>
            <a:off x="5478224" y="26638766"/>
            <a:ext cx="10267673" cy="923330"/>
          </a:xfrm>
          <a:prstGeom prst="rect">
            <a:avLst/>
          </a:prstGeom>
          <a:solidFill>
            <a:srgbClr val="AAFD00"/>
          </a:solidFill>
          <a:ln>
            <a:noFill/>
          </a:ln>
        </p:spPr>
        <p:txBody>
          <a:bodyPr wrap="square">
            <a:spAutoFit/>
          </a:bodyPr>
          <a:lstStyle>
            <a:lvl1pPr>
              <a:defRPr sz="9400">
                <a:solidFill>
                  <a:schemeClr val="tx1"/>
                </a:solidFill>
                <a:latin typeface="Arial" panose="020B0604020202020204" pitchFamily="34" charset="0"/>
                <a:cs typeface="Arial" panose="020B0604020202020204" pitchFamily="34" charset="0"/>
              </a:defRPr>
            </a:lvl1pPr>
            <a:lvl2pPr marL="742950" indent="-285750">
              <a:defRPr sz="9400">
                <a:solidFill>
                  <a:schemeClr val="tx1"/>
                </a:solidFill>
                <a:latin typeface="Arial" panose="020B0604020202020204" pitchFamily="34" charset="0"/>
                <a:cs typeface="Arial" panose="020B0604020202020204" pitchFamily="34" charset="0"/>
              </a:defRPr>
            </a:lvl2pPr>
            <a:lvl3pPr marL="1143000" indent="-228600">
              <a:defRPr sz="9400">
                <a:solidFill>
                  <a:schemeClr val="tx1"/>
                </a:solidFill>
                <a:latin typeface="Arial" panose="020B0604020202020204" pitchFamily="34" charset="0"/>
                <a:cs typeface="Arial" panose="020B0604020202020204" pitchFamily="34" charset="0"/>
              </a:defRPr>
            </a:lvl3pPr>
            <a:lvl4pPr marL="1600200" indent="-228600">
              <a:defRPr sz="9400">
                <a:solidFill>
                  <a:schemeClr val="tx1"/>
                </a:solidFill>
                <a:latin typeface="Arial" panose="020B0604020202020204" pitchFamily="34" charset="0"/>
                <a:cs typeface="Arial" panose="020B0604020202020204" pitchFamily="34" charset="0"/>
              </a:defRPr>
            </a:lvl4pPr>
            <a:lvl5pPr marL="2057400" indent="-228600">
              <a:defRPr sz="9400">
                <a:solidFill>
                  <a:schemeClr val="tx1"/>
                </a:solidFill>
                <a:latin typeface="Arial" panose="020B0604020202020204" pitchFamily="34" charset="0"/>
                <a:cs typeface="Arial" panose="020B0604020202020204" pitchFamily="34" charset="0"/>
              </a:defRPr>
            </a:lvl5pPr>
            <a:lvl6pPr marL="25146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6pPr>
            <a:lvl7pPr marL="29718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7pPr>
            <a:lvl8pPr marL="34290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8pPr>
            <a:lvl9pPr marL="38862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9pPr>
          </a:lstStyle>
          <a:p>
            <a:pPr algn="ctr" rtl="0" eaLnBrk="1" hangingPunct="1"/>
            <a:r>
              <a:rPr lang="en-US" altLang="he-IL" sz="5400" b="1" dirty="0"/>
              <a:t>3. Architecture</a:t>
            </a:r>
          </a:p>
        </p:txBody>
      </p:sp>
      <p:sp>
        <p:nvSpPr>
          <p:cNvPr id="11" name="TextBox 27">
            <a:extLst>
              <a:ext uri="{FF2B5EF4-FFF2-40B4-BE49-F238E27FC236}">
                <a16:creationId xmlns:a16="http://schemas.microsoft.com/office/drawing/2014/main" id="{1596FE5E-EE1E-50F9-3AF2-CD545838B1F3}"/>
              </a:ext>
            </a:extLst>
          </p:cNvPr>
          <p:cNvSpPr txBox="1">
            <a:spLocks noChangeArrowheads="1"/>
          </p:cNvSpPr>
          <p:nvPr/>
        </p:nvSpPr>
        <p:spPr bwMode="auto">
          <a:xfrm>
            <a:off x="5478224" y="20042698"/>
            <a:ext cx="10267673" cy="923330"/>
          </a:xfrm>
          <a:prstGeom prst="rect">
            <a:avLst/>
          </a:prstGeom>
          <a:solidFill>
            <a:srgbClr val="AAFD00"/>
          </a:solidFill>
          <a:ln>
            <a:noFill/>
          </a:ln>
        </p:spPr>
        <p:txBody>
          <a:bodyPr wrap="square">
            <a:spAutoFit/>
          </a:bodyPr>
          <a:lstStyle>
            <a:lvl1pPr>
              <a:defRPr sz="9400">
                <a:solidFill>
                  <a:schemeClr val="tx1"/>
                </a:solidFill>
                <a:latin typeface="Arial" panose="020B0604020202020204" pitchFamily="34" charset="0"/>
                <a:cs typeface="Arial" panose="020B0604020202020204" pitchFamily="34" charset="0"/>
              </a:defRPr>
            </a:lvl1pPr>
            <a:lvl2pPr marL="742950" indent="-285750">
              <a:defRPr sz="9400">
                <a:solidFill>
                  <a:schemeClr val="tx1"/>
                </a:solidFill>
                <a:latin typeface="Arial" panose="020B0604020202020204" pitchFamily="34" charset="0"/>
                <a:cs typeface="Arial" panose="020B0604020202020204" pitchFamily="34" charset="0"/>
              </a:defRPr>
            </a:lvl2pPr>
            <a:lvl3pPr marL="1143000" indent="-228600">
              <a:defRPr sz="9400">
                <a:solidFill>
                  <a:schemeClr val="tx1"/>
                </a:solidFill>
                <a:latin typeface="Arial" panose="020B0604020202020204" pitchFamily="34" charset="0"/>
                <a:cs typeface="Arial" panose="020B0604020202020204" pitchFamily="34" charset="0"/>
              </a:defRPr>
            </a:lvl3pPr>
            <a:lvl4pPr marL="1600200" indent="-228600">
              <a:defRPr sz="9400">
                <a:solidFill>
                  <a:schemeClr val="tx1"/>
                </a:solidFill>
                <a:latin typeface="Arial" panose="020B0604020202020204" pitchFamily="34" charset="0"/>
                <a:cs typeface="Arial" panose="020B0604020202020204" pitchFamily="34" charset="0"/>
              </a:defRPr>
            </a:lvl4pPr>
            <a:lvl5pPr marL="2057400" indent="-228600">
              <a:defRPr sz="9400">
                <a:solidFill>
                  <a:schemeClr val="tx1"/>
                </a:solidFill>
                <a:latin typeface="Arial" panose="020B0604020202020204" pitchFamily="34" charset="0"/>
                <a:cs typeface="Arial" panose="020B0604020202020204" pitchFamily="34" charset="0"/>
              </a:defRPr>
            </a:lvl5pPr>
            <a:lvl6pPr marL="25146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6pPr>
            <a:lvl7pPr marL="29718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7pPr>
            <a:lvl8pPr marL="34290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8pPr>
            <a:lvl9pPr marL="38862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9pPr>
          </a:lstStyle>
          <a:p>
            <a:pPr algn="ctr" rtl="0" eaLnBrk="1" hangingPunct="1"/>
            <a:r>
              <a:rPr lang="en-US" altLang="he-IL" sz="5400" b="1" dirty="0"/>
              <a:t>2. Research goals</a:t>
            </a:r>
            <a:endParaRPr lang="he-IL" altLang="he-IL" sz="5400" b="1" dirty="0"/>
          </a:p>
        </p:txBody>
      </p:sp>
      <p:sp>
        <p:nvSpPr>
          <p:cNvPr id="12" name="TextBox 10">
            <a:extLst>
              <a:ext uri="{FF2B5EF4-FFF2-40B4-BE49-F238E27FC236}">
                <a16:creationId xmlns:a16="http://schemas.microsoft.com/office/drawing/2014/main" id="{275B2366-95FF-FBCA-951A-8417C8F88994}"/>
              </a:ext>
            </a:extLst>
          </p:cNvPr>
          <p:cNvSpPr txBox="1"/>
          <p:nvPr/>
        </p:nvSpPr>
        <p:spPr>
          <a:xfrm>
            <a:off x="18799122" y="39646942"/>
            <a:ext cx="14364000" cy="10037958"/>
          </a:xfrm>
          <a:prstGeom prst="rect">
            <a:avLst/>
          </a:prstGeom>
          <a:solidFill>
            <a:schemeClr val="bg1"/>
          </a:solidFill>
          <a:ln w="98425">
            <a:solidFill>
              <a:srgbClr val="AAFD00"/>
            </a:solidFill>
            <a:miter lim="800000"/>
            <a:headEnd/>
            <a:tailEnd/>
          </a:ln>
        </p:spPr>
        <p:txBody>
          <a:bodyPr wrap="square">
            <a:noAutofit/>
          </a:bodyPr>
          <a:lstStyle>
            <a:defPPr>
              <a:defRPr lang="en-US"/>
            </a:defPPr>
            <a:lvl1pPr defTabSz="4776312">
              <a:lnSpc>
                <a:spcPct val="120000"/>
              </a:lnSpc>
              <a:spcBef>
                <a:spcPts val="491"/>
              </a:spcBef>
              <a:buClr>
                <a:srgbClr val="9BBB59"/>
              </a:buClr>
              <a:buSzPct val="120000"/>
              <a:defRPr sz="3600">
                <a:latin typeface="Arial" panose="020B0604020202020204" pitchFamily="34" charset="0"/>
                <a:cs typeface="Arial" panose="020B0604020202020204" pitchFamily="34" charset="0"/>
              </a:defRPr>
            </a:lvl1pPr>
            <a:lvl2pPr marL="742950" indent="-285750">
              <a:defRPr sz="5700">
                <a:latin typeface="Arial" panose="020B0604020202020204" pitchFamily="34" charset="0"/>
                <a:cs typeface="Arial" panose="020B0604020202020204" pitchFamily="34" charset="0"/>
              </a:defRPr>
            </a:lvl2pPr>
            <a:lvl3pPr marL="1143000" indent="-228600">
              <a:defRPr sz="5700">
                <a:latin typeface="Arial" panose="020B0604020202020204" pitchFamily="34" charset="0"/>
                <a:cs typeface="Arial" panose="020B0604020202020204" pitchFamily="34" charset="0"/>
              </a:defRPr>
            </a:lvl3pPr>
            <a:lvl4pPr marL="1600200" indent="-228600">
              <a:defRPr sz="5700">
                <a:latin typeface="Arial" panose="020B0604020202020204" pitchFamily="34" charset="0"/>
                <a:cs typeface="Arial" panose="020B0604020202020204" pitchFamily="34" charset="0"/>
              </a:defRPr>
            </a:lvl4pPr>
            <a:lvl5pPr marL="2057400" indent="-228600">
              <a:defRPr sz="5700">
                <a:latin typeface="Arial" panose="020B0604020202020204" pitchFamily="34" charset="0"/>
                <a:cs typeface="Arial" panose="020B0604020202020204" pitchFamily="34" charset="0"/>
              </a:defRPr>
            </a:lvl5pPr>
            <a:lvl6pPr marL="25146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6pPr>
            <a:lvl7pPr marL="29718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7pPr>
            <a:lvl8pPr marL="34290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8pPr>
            <a:lvl9pPr marL="38862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9pPr>
          </a:lstStyle>
          <a:p>
            <a:pPr algn="l" defTabSz="4776312" rtl="0" eaLnBrk="1" hangingPunct="1">
              <a:lnSpc>
                <a:spcPct val="120000"/>
              </a:lnSpc>
              <a:spcBef>
                <a:spcPts val="491"/>
              </a:spcBef>
              <a:buClr>
                <a:srgbClr val="AAFD00"/>
              </a:buClr>
              <a:buSzPct val="120000"/>
              <a:defRPr/>
            </a:pPr>
            <a:r>
              <a:rPr lang="en-US" dirty="0"/>
              <a:t> </a:t>
            </a: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With the integration of AI-powered object detection and real-time video processing, we can efficiently identify potential security threats in public spaces.</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Our main challenge was to train the classification model to distinguish between regular videos and real threats in it.</a:t>
            </a:r>
          </a:p>
          <a:p>
            <a:pPr algn="l" rtl="0"/>
            <a:endParaRPr lang="en-US" sz="3600" dirty="0">
              <a:latin typeface="Arial" panose="020B0604020202020204" pitchFamily="34" charset="0"/>
              <a:cs typeface="Arial" panose="020B0604020202020204" pitchFamily="34" charset="0"/>
            </a:endParaRP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Our system features an intuitive interface with streamlined pages, allowing security personnel to quickly access alerts, view threat details, and respond to incidents efficiently. The system's ability to provide instant, location-based alerts to nearby responders significantly enhances the speed and effectiveness of security responses in public spaces. </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p:txBody>
      </p:sp>
      <p:sp>
        <p:nvSpPr>
          <p:cNvPr id="13" name="TextBox 50">
            <a:extLst>
              <a:ext uri="{FF2B5EF4-FFF2-40B4-BE49-F238E27FC236}">
                <a16:creationId xmlns:a16="http://schemas.microsoft.com/office/drawing/2014/main" id="{AAC089CE-2DA4-D8EC-7DEF-B2D2097D3E7C}"/>
              </a:ext>
            </a:extLst>
          </p:cNvPr>
          <p:cNvSpPr txBox="1">
            <a:spLocks noChangeArrowheads="1"/>
          </p:cNvSpPr>
          <p:nvPr/>
        </p:nvSpPr>
        <p:spPr bwMode="auto">
          <a:xfrm>
            <a:off x="21224120" y="38646699"/>
            <a:ext cx="9674112" cy="923330"/>
          </a:xfrm>
          <a:prstGeom prst="rect">
            <a:avLst/>
          </a:prstGeom>
          <a:solidFill>
            <a:srgbClr val="AAFD00"/>
          </a:solidFill>
          <a:ln>
            <a:noFill/>
          </a:ln>
        </p:spPr>
        <p:txBody>
          <a:bodyPr wrap="square" anchor="ctr">
            <a:spAutoFit/>
          </a:bodyPr>
          <a:lstStyle>
            <a:lvl1pPr>
              <a:defRPr sz="9400">
                <a:solidFill>
                  <a:schemeClr val="tx1"/>
                </a:solidFill>
                <a:latin typeface="Arial" panose="020B0604020202020204" pitchFamily="34" charset="0"/>
                <a:cs typeface="Arial" panose="020B0604020202020204" pitchFamily="34" charset="0"/>
              </a:defRPr>
            </a:lvl1pPr>
            <a:lvl2pPr marL="742950" indent="-285750">
              <a:defRPr sz="9400">
                <a:solidFill>
                  <a:schemeClr val="tx1"/>
                </a:solidFill>
                <a:latin typeface="Arial" panose="020B0604020202020204" pitchFamily="34" charset="0"/>
                <a:cs typeface="Arial" panose="020B0604020202020204" pitchFamily="34" charset="0"/>
              </a:defRPr>
            </a:lvl2pPr>
            <a:lvl3pPr marL="1143000" indent="-228600">
              <a:defRPr sz="9400">
                <a:solidFill>
                  <a:schemeClr val="tx1"/>
                </a:solidFill>
                <a:latin typeface="Arial" panose="020B0604020202020204" pitchFamily="34" charset="0"/>
                <a:cs typeface="Arial" panose="020B0604020202020204" pitchFamily="34" charset="0"/>
              </a:defRPr>
            </a:lvl3pPr>
            <a:lvl4pPr marL="1600200" indent="-228600">
              <a:defRPr sz="9400">
                <a:solidFill>
                  <a:schemeClr val="tx1"/>
                </a:solidFill>
                <a:latin typeface="Arial" panose="020B0604020202020204" pitchFamily="34" charset="0"/>
                <a:cs typeface="Arial" panose="020B0604020202020204" pitchFamily="34" charset="0"/>
              </a:defRPr>
            </a:lvl4pPr>
            <a:lvl5pPr marL="2057400" indent="-228600">
              <a:defRPr sz="9400">
                <a:solidFill>
                  <a:schemeClr val="tx1"/>
                </a:solidFill>
                <a:latin typeface="Arial" panose="020B0604020202020204" pitchFamily="34" charset="0"/>
                <a:cs typeface="Arial" panose="020B0604020202020204" pitchFamily="34" charset="0"/>
              </a:defRPr>
            </a:lvl5pPr>
            <a:lvl6pPr marL="25146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6pPr>
            <a:lvl7pPr marL="29718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7pPr>
            <a:lvl8pPr marL="34290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8pPr>
            <a:lvl9pPr marL="38862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9pPr>
          </a:lstStyle>
          <a:p>
            <a:pPr algn="ctr" rtl="0" eaLnBrk="1" hangingPunct="1"/>
            <a:r>
              <a:rPr lang="en-US" altLang="he-IL" sz="5400" b="1" dirty="0"/>
              <a:t>6. Conclusions</a:t>
            </a:r>
            <a:endParaRPr lang="he-IL" altLang="he-IL" sz="5400" b="1" dirty="0"/>
          </a:p>
        </p:txBody>
      </p:sp>
      <p:sp>
        <p:nvSpPr>
          <p:cNvPr id="14" name="מלבן 102">
            <a:extLst>
              <a:ext uri="{FF2B5EF4-FFF2-40B4-BE49-F238E27FC236}">
                <a16:creationId xmlns:a16="http://schemas.microsoft.com/office/drawing/2014/main" id="{017F7769-E620-A16E-E3E5-8B7129CEBBD5}"/>
              </a:ext>
            </a:extLst>
          </p:cNvPr>
          <p:cNvSpPr/>
          <p:nvPr/>
        </p:nvSpPr>
        <p:spPr>
          <a:xfrm>
            <a:off x="2591356" y="46554180"/>
            <a:ext cx="14034188" cy="707886"/>
          </a:xfrm>
          <a:prstGeom prst="rect">
            <a:avLst/>
          </a:prstGeom>
        </p:spPr>
        <p:txBody>
          <a:bodyPr wrap="square">
            <a:spAutoFit/>
          </a:bodyPr>
          <a:lstStyle/>
          <a:p>
            <a:pPr marL="523617" lvl="1" indent="-523617" algn="l" defTabSz="4776312" rtl="0" eaLnBrk="1" hangingPunct="1">
              <a:spcBef>
                <a:spcPts val="491"/>
              </a:spcBef>
              <a:buClr>
                <a:schemeClr val="accent3"/>
              </a:buClr>
              <a:buSzPct val="120000"/>
              <a:buFont typeface="Arial" panose="020B0604020202020204" pitchFamily="34" charset="0"/>
              <a:buChar char="•"/>
              <a:tabLst>
                <a:tab pos="444141" algn="l"/>
              </a:tabLst>
              <a:defRPr/>
            </a:pPr>
            <a:endParaRPr lang="en-US" sz="40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5" name="מלבן 67">
            <a:extLst>
              <a:ext uri="{FF2B5EF4-FFF2-40B4-BE49-F238E27FC236}">
                <a16:creationId xmlns:a16="http://schemas.microsoft.com/office/drawing/2014/main" id="{EFE64D00-A113-635E-5608-AA63606B0CD3}"/>
              </a:ext>
            </a:extLst>
          </p:cNvPr>
          <p:cNvSpPr/>
          <p:nvPr/>
        </p:nvSpPr>
        <p:spPr>
          <a:xfrm>
            <a:off x="19096418" y="12364364"/>
            <a:ext cx="293670" cy="769441"/>
          </a:xfrm>
          <a:prstGeom prst="rect">
            <a:avLst/>
          </a:prstGeom>
        </p:spPr>
        <p:txBody>
          <a:bodyPr wrap="none">
            <a:spAutoFit/>
          </a:bodyPr>
          <a:lstStyle/>
          <a:p>
            <a:pPr marL="108000" algn="l" rtl="0"/>
            <a:endParaRPr lang="en-US" sz="4400" b="1" u="sng"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6" name="TextBox 11">
            <a:extLst>
              <a:ext uri="{FF2B5EF4-FFF2-40B4-BE49-F238E27FC236}">
                <a16:creationId xmlns:a16="http://schemas.microsoft.com/office/drawing/2014/main" id="{8E7BB3F7-F6E8-E894-4462-26825C64E0AE}"/>
              </a:ext>
            </a:extLst>
          </p:cNvPr>
          <p:cNvSpPr txBox="1">
            <a:spLocks noChangeArrowheads="1"/>
          </p:cNvSpPr>
          <p:nvPr/>
        </p:nvSpPr>
        <p:spPr bwMode="auto">
          <a:xfrm>
            <a:off x="18799122" y="12532549"/>
            <a:ext cx="14338353" cy="4109531"/>
          </a:xfrm>
          <a:prstGeom prst="rect">
            <a:avLst/>
          </a:prstGeom>
          <a:solidFill>
            <a:schemeClr val="bg1"/>
          </a:solidFill>
          <a:ln w="98425">
            <a:solidFill>
              <a:srgbClr val="AAFD00"/>
            </a:solidFill>
            <a:miter lim="800000"/>
            <a:headEnd/>
            <a:tailEnd/>
          </a:ln>
        </p:spPr>
        <p:txBody>
          <a:bodyPr wrap="square">
            <a:noAutofit/>
          </a:bodyPr>
          <a:lstStyle>
            <a:lvl1pPr>
              <a:defRPr sz="5700">
                <a:solidFill>
                  <a:schemeClr val="tx1"/>
                </a:solidFill>
                <a:latin typeface="Arial" panose="020B0604020202020204" pitchFamily="34" charset="0"/>
                <a:cs typeface="Arial" panose="020B0604020202020204" pitchFamily="34" charset="0"/>
              </a:defRPr>
            </a:lvl1pPr>
            <a:lvl2pPr marL="742950" indent="-285750">
              <a:defRPr sz="5700">
                <a:solidFill>
                  <a:schemeClr val="tx1"/>
                </a:solidFill>
                <a:latin typeface="Arial" panose="020B0604020202020204" pitchFamily="34" charset="0"/>
                <a:cs typeface="Arial" panose="020B0604020202020204" pitchFamily="34" charset="0"/>
              </a:defRPr>
            </a:lvl2pPr>
            <a:lvl3pPr marL="1143000" indent="-228600">
              <a:defRPr sz="5700">
                <a:solidFill>
                  <a:schemeClr val="tx1"/>
                </a:solidFill>
                <a:latin typeface="Arial" panose="020B0604020202020204" pitchFamily="34" charset="0"/>
                <a:cs typeface="Arial" panose="020B0604020202020204" pitchFamily="34" charset="0"/>
              </a:defRPr>
            </a:lvl3pPr>
            <a:lvl4pPr marL="1600200" indent="-228600">
              <a:defRPr sz="5700">
                <a:solidFill>
                  <a:schemeClr val="tx1"/>
                </a:solidFill>
                <a:latin typeface="Arial" panose="020B0604020202020204" pitchFamily="34" charset="0"/>
                <a:cs typeface="Arial" panose="020B0604020202020204" pitchFamily="34" charset="0"/>
              </a:defRPr>
            </a:lvl4pPr>
            <a:lvl5pPr marL="2057400" indent="-228600">
              <a:defRPr sz="5700">
                <a:solidFill>
                  <a:schemeClr val="tx1"/>
                </a:solidFill>
                <a:latin typeface="Arial" panose="020B0604020202020204" pitchFamily="34" charset="0"/>
                <a:cs typeface="Arial" panose="020B0604020202020204" pitchFamily="34" charset="0"/>
              </a:defRPr>
            </a:lvl5pPr>
            <a:lvl6pPr marL="25146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6pPr>
            <a:lvl7pPr marL="29718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7pPr>
            <a:lvl8pPr marL="34290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8pPr>
            <a:lvl9pPr marL="38862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9pPr>
          </a:lstStyle>
          <a:p>
            <a:pPr algn="l" defTabSz="4776312" rtl="0" eaLnBrk="1" hangingPunct="1">
              <a:lnSpc>
                <a:spcPct val="120000"/>
              </a:lnSpc>
              <a:spcBef>
                <a:spcPts val="491"/>
              </a:spcBef>
              <a:buClr>
                <a:srgbClr val="AAFD00"/>
              </a:buClr>
              <a:buSzPct val="120000"/>
              <a:defRPr/>
            </a:pPr>
            <a:r>
              <a:rPr lang="en-US" sz="3600" dirty="0"/>
              <a:t>  </a:t>
            </a: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Team management tools - </a:t>
            </a:r>
            <a:r>
              <a:rPr lang="en-US" sz="3600" dirty="0" err="1">
                <a:latin typeface="Arial" panose="020B0604020202020204" pitchFamily="34" charset="0"/>
                <a:cs typeface="Arial" panose="020B0604020202020204" pitchFamily="34" charset="0"/>
              </a:rPr>
              <a:t>Monday,PlantUML</a:t>
            </a:r>
            <a:r>
              <a:rPr lang="en-US" sz="3600" dirty="0">
                <a:latin typeface="Arial" panose="020B0604020202020204" pitchFamily="34" charset="0"/>
                <a:cs typeface="Arial" panose="020B0604020202020204" pitchFamily="34" charset="0"/>
              </a:rPr>
              <a:t>, WhatsApp, Microsoft Teams  Git.</a:t>
            </a: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Backend development technologies: Python Firebase, </a:t>
            </a:r>
            <a:r>
              <a:rPr lang="en-US" sz="3600" dirty="0" err="1">
                <a:latin typeface="Arial" panose="020B0604020202020204" pitchFamily="34" charset="0"/>
                <a:cs typeface="Arial" panose="020B0604020202020204" pitchFamily="34" charset="0"/>
              </a:rPr>
              <a:t>VSCode</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Ultralytics</a:t>
            </a:r>
            <a:r>
              <a:rPr lang="en-US" sz="3600" dirty="0">
                <a:latin typeface="Arial" panose="020B0604020202020204" pitchFamily="34" charset="0"/>
                <a:cs typeface="Arial" panose="020B0604020202020204" pitchFamily="34" charset="0"/>
              </a:rPr>
              <a:t>.</a:t>
            </a: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Client development technologies: Android Studio and Flutter.</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algn="l" rtl="0"/>
            <a:endParaRPr lang="he-IL" sz="3600" dirty="0">
              <a:latin typeface="Arial" panose="020B0604020202020204" pitchFamily="34" charset="0"/>
              <a:cs typeface="Arial" panose="020B0604020202020204" pitchFamily="34" charset="0"/>
            </a:endParaRPr>
          </a:p>
          <a:p>
            <a:pPr marL="571500" indent="-571500" defTabSz="4776312">
              <a:lnSpc>
                <a:spcPct val="120000"/>
              </a:lnSpc>
              <a:spcBef>
                <a:spcPts val="491"/>
              </a:spcBef>
              <a:buClr>
                <a:srgbClr val="AAFD00"/>
              </a:buClr>
              <a:buSzPct val="120000"/>
              <a:buFont typeface="Arial" panose="020B0604020202020204" pitchFamily="34" charset="0"/>
              <a:buChar char="•"/>
              <a:defRPr/>
            </a:pPr>
            <a:endParaRPr lang="en-US" sz="3600" dirty="0"/>
          </a:p>
        </p:txBody>
      </p:sp>
      <p:sp>
        <p:nvSpPr>
          <p:cNvPr id="17" name="TextBox 48">
            <a:extLst>
              <a:ext uri="{FF2B5EF4-FFF2-40B4-BE49-F238E27FC236}">
                <a16:creationId xmlns:a16="http://schemas.microsoft.com/office/drawing/2014/main" id="{E13EBE94-6302-3164-E892-D22493B462C8}"/>
              </a:ext>
            </a:extLst>
          </p:cNvPr>
          <p:cNvSpPr txBox="1">
            <a:spLocks noChangeArrowheads="1"/>
          </p:cNvSpPr>
          <p:nvPr/>
        </p:nvSpPr>
        <p:spPr bwMode="auto">
          <a:xfrm>
            <a:off x="21681379" y="12097431"/>
            <a:ext cx="8599487" cy="923925"/>
          </a:xfrm>
          <a:prstGeom prst="rect">
            <a:avLst/>
          </a:prstGeom>
          <a:solidFill>
            <a:srgbClr val="AAFD00"/>
          </a:solidFill>
          <a:ln>
            <a:noFill/>
          </a:ln>
        </p:spPr>
        <p:txBody>
          <a:bodyPr>
            <a:spAutoFit/>
          </a:bodyPr>
          <a:lstStyle>
            <a:lvl1pPr>
              <a:defRPr sz="9400">
                <a:solidFill>
                  <a:schemeClr val="tx1"/>
                </a:solidFill>
                <a:latin typeface="Arial" panose="020B0604020202020204" pitchFamily="34" charset="0"/>
                <a:cs typeface="Arial" panose="020B0604020202020204" pitchFamily="34" charset="0"/>
              </a:defRPr>
            </a:lvl1pPr>
            <a:lvl2pPr marL="742950" indent="-285750">
              <a:defRPr sz="9400">
                <a:solidFill>
                  <a:schemeClr val="tx1"/>
                </a:solidFill>
                <a:latin typeface="Arial" panose="020B0604020202020204" pitchFamily="34" charset="0"/>
                <a:cs typeface="Arial" panose="020B0604020202020204" pitchFamily="34" charset="0"/>
              </a:defRPr>
            </a:lvl2pPr>
            <a:lvl3pPr marL="1143000" indent="-228600">
              <a:defRPr sz="9400">
                <a:solidFill>
                  <a:schemeClr val="tx1"/>
                </a:solidFill>
                <a:latin typeface="Arial" panose="020B0604020202020204" pitchFamily="34" charset="0"/>
                <a:cs typeface="Arial" panose="020B0604020202020204" pitchFamily="34" charset="0"/>
              </a:defRPr>
            </a:lvl3pPr>
            <a:lvl4pPr marL="1600200" indent="-228600">
              <a:defRPr sz="9400">
                <a:solidFill>
                  <a:schemeClr val="tx1"/>
                </a:solidFill>
                <a:latin typeface="Arial" panose="020B0604020202020204" pitchFamily="34" charset="0"/>
                <a:cs typeface="Arial" panose="020B0604020202020204" pitchFamily="34" charset="0"/>
              </a:defRPr>
            </a:lvl4pPr>
            <a:lvl5pPr marL="2057400" indent="-228600">
              <a:defRPr sz="9400">
                <a:solidFill>
                  <a:schemeClr val="tx1"/>
                </a:solidFill>
                <a:latin typeface="Arial" panose="020B0604020202020204" pitchFamily="34" charset="0"/>
                <a:cs typeface="Arial" panose="020B0604020202020204" pitchFamily="34" charset="0"/>
              </a:defRPr>
            </a:lvl5pPr>
            <a:lvl6pPr marL="25146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6pPr>
            <a:lvl7pPr marL="29718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7pPr>
            <a:lvl8pPr marL="34290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8pPr>
            <a:lvl9pPr marL="38862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9pPr>
          </a:lstStyle>
          <a:p>
            <a:pPr algn="ctr" rtl="0" eaLnBrk="1" hangingPunct="1"/>
            <a:r>
              <a:rPr lang="en-US" altLang="he-IL" sz="5400" b="1" dirty="0"/>
              <a:t>4. Technologies</a:t>
            </a:r>
            <a:endParaRPr lang="he-IL" altLang="he-IL" sz="5400" b="1" dirty="0"/>
          </a:p>
        </p:txBody>
      </p:sp>
      <p:sp>
        <p:nvSpPr>
          <p:cNvPr id="18" name="Text Box 7">
            <a:extLst>
              <a:ext uri="{FF2B5EF4-FFF2-40B4-BE49-F238E27FC236}">
                <a16:creationId xmlns:a16="http://schemas.microsoft.com/office/drawing/2014/main" id="{EB8E143F-FCAA-8D7E-AD55-2EAC3572EC18}"/>
              </a:ext>
            </a:extLst>
          </p:cNvPr>
          <p:cNvSpPr txBox="1">
            <a:spLocks noChangeArrowheads="1"/>
          </p:cNvSpPr>
          <p:nvPr/>
        </p:nvSpPr>
        <p:spPr bwMode="auto">
          <a:xfrm>
            <a:off x="2862262" y="9328862"/>
            <a:ext cx="30275213" cy="1846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2947" tIns="56473" rIns="112947" bIns="56473" anchor="ctr">
            <a:spAutoFit/>
          </a:bodyPr>
          <a:lstStyle>
            <a:lvl1pPr defTabSz="4319588">
              <a:defRPr>
                <a:solidFill>
                  <a:schemeClr val="tx1"/>
                </a:solidFill>
                <a:latin typeface="Arial" pitchFamily="34" charset="0"/>
                <a:cs typeface="Arial" pitchFamily="34" charset="0"/>
              </a:defRPr>
            </a:lvl1pPr>
            <a:lvl2pPr marL="742950" indent="-285750" defTabSz="4319588">
              <a:defRPr>
                <a:solidFill>
                  <a:schemeClr val="tx1"/>
                </a:solidFill>
                <a:latin typeface="Arial" pitchFamily="34" charset="0"/>
                <a:cs typeface="Arial" pitchFamily="34" charset="0"/>
              </a:defRPr>
            </a:lvl2pPr>
            <a:lvl3pPr marL="1143000" indent="-228600" defTabSz="4319588">
              <a:defRPr>
                <a:solidFill>
                  <a:schemeClr val="tx1"/>
                </a:solidFill>
                <a:latin typeface="Arial" pitchFamily="34" charset="0"/>
                <a:cs typeface="Arial" pitchFamily="34" charset="0"/>
              </a:defRPr>
            </a:lvl3pPr>
            <a:lvl4pPr marL="1600200" indent="-228600" defTabSz="4319588">
              <a:defRPr>
                <a:solidFill>
                  <a:schemeClr val="tx1"/>
                </a:solidFill>
                <a:latin typeface="Arial" pitchFamily="34" charset="0"/>
                <a:cs typeface="Arial" pitchFamily="34" charset="0"/>
              </a:defRPr>
            </a:lvl4pPr>
            <a:lvl5pPr marL="2057400" indent="-228600" defTabSz="4319588">
              <a:defRPr>
                <a:solidFill>
                  <a:schemeClr val="tx1"/>
                </a:solidFill>
                <a:latin typeface="Arial" pitchFamily="34" charset="0"/>
                <a:cs typeface="Arial" pitchFamily="34" charset="0"/>
              </a:defRPr>
            </a:lvl5pPr>
            <a:lvl6pPr marL="2514600" indent="-228600" algn="l" defTabSz="4319588" rtl="0" fontAlgn="base">
              <a:spcBef>
                <a:spcPct val="0"/>
              </a:spcBef>
              <a:spcAft>
                <a:spcPct val="0"/>
              </a:spcAft>
              <a:defRPr>
                <a:solidFill>
                  <a:schemeClr val="tx1"/>
                </a:solidFill>
                <a:latin typeface="Arial" pitchFamily="34" charset="0"/>
                <a:cs typeface="Arial" pitchFamily="34" charset="0"/>
              </a:defRPr>
            </a:lvl6pPr>
            <a:lvl7pPr marL="2971800" indent="-228600" algn="l" defTabSz="4319588" rtl="0" fontAlgn="base">
              <a:spcBef>
                <a:spcPct val="0"/>
              </a:spcBef>
              <a:spcAft>
                <a:spcPct val="0"/>
              </a:spcAft>
              <a:defRPr>
                <a:solidFill>
                  <a:schemeClr val="tx1"/>
                </a:solidFill>
                <a:latin typeface="Arial" pitchFamily="34" charset="0"/>
                <a:cs typeface="Arial" pitchFamily="34" charset="0"/>
              </a:defRPr>
            </a:lvl7pPr>
            <a:lvl8pPr marL="3429000" indent="-228600" algn="l" defTabSz="4319588" rtl="0" fontAlgn="base">
              <a:spcBef>
                <a:spcPct val="0"/>
              </a:spcBef>
              <a:spcAft>
                <a:spcPct val="0"/>
              </a:spcAft>
              <a:defRPr>
                <a:solidFill>
                  <a:schemeClr val="tx1"/>
                </a:solidFill>
                <a:latin typeface="Arial" pitchFamily="34" charset="0"/>
                <a:cs typeface="Arial" pitchFamily="34" charset="0"/>
              </a:defRPr>
            </a:lvl8pPr>
            <a:lvl9pPr marL="3886200" indent="-228600" algn="l" defTabSz="4319588" rtl="0" fontAlgn="base">
              <a:spcBef>
                <a:spcPct val="0"/>
              </a:spcBef>
              <a:spcAft>
                <a:spcPct val="0"/>
              </a:spcAft>
              <a:defRPr>
                <a:solidFill>
                  <a:schemeClr val="tx1"/>
                </a:solidFill>
                <a:latin typeface="Arial" pitchFamily="34" charset="0"/>
                <a:cs typeface="Arial" pitchFamily="34" charset="0"/>
              </a:defRPr>
            </a:lvl9pPr>
          </a:lstStyle>
          <a:p>
            <a:pPr algn="l" rtl="0">
              <a:lnSpc>
                <a:spcPct val="150000"/>
              </a:lnSpc>
            </a:pPr>
            <a:r>
              <a:rPr lang="en-US" sz="4000" b="1" dirty="0"/>
              <a:t>Dor </a:t>
            </a:r>
            <a:r>
              <a:rPr lang="en-US" sz="4000" b="1" dirty="0" err="1"/>
              <a:t>rozen</a:t>
            </a:r>
            <a:r>
              <a:rPr lang="en-US" sz="4000" b="1" dirty="0"/>
              <a:t> &amp; </a:t>
            </a:r>
            <a:r>
              <a:rPr lang="en-US" sz="4000" b="1" dirty="0" err="1"/>
              <a:t>omer</a:t>
            </a:r>
            <a:r>
              <a:rPr lang="en-US" sz="4000" b="1" dirty="0"/>
              <a:t> </a:t>
            </a:r>
            <a:r>
              <a:rPr lang="en-US" sz="4000" b="1" dirty="0" err="1"/>
              <a:t>iny</a:t>
            </a:r>
            <a:endParaRPr lang="he-IL" sz="4000" b="1" dirty="0"/>
          </a:p>
          <a:p>
            <a:pPr algn="l" rtl="0">
              <a:lnSpc>
                <a:spcPct val="150000"/>
              </a:lnSpc>
            </a:pPr>
            <a:r>
              <a:rPr lang="en-US" sz="4000" b="1" dirty="0"/>
              <a:t>Advisor: </a:t>
            </a:r>
            <a:r>
              <a:rPr lang="en-US" sz="4000" b="1" dirty="0" err="1"/>
              <a:t>Mr.Rozewaks</a:t>
            </a:r>
            <a:r>
              <a:rPr lang="en-US" sz="4000" b="1" dirty="0"/>
              <a:t> Yoram</a:t>
            </a:r>
          </a:p>
        </p:txBody>
      </p:sp>
      <p:sp>
        <p:nvSpPr>
          <p:cNvPr id="19" name="Text Box 8">
            <a:extLst>
              <a:ext uri="{FF2B5EF4-FFF2-40B4-BE49-F238E27FC236}">
                <a16:creationId xmlns:a16="http://schemas.microsoft.com/office/drawing/2014/main" id="{E5BA7AA2-F28A-6A69-4325-04BC0EA670CA}"/>
              </a:ext>
            </a:extLst>
          </p:cNvPr>
          <p:cNvSpPr txBox="1">
            <a:spLocks noChangeArrowheads="1"/>
          </p:cNvSpPr>
          <p:nvPr/>
        </p:nvSpPr>
        <p:spPr bwMode="auto">
          <a:xfrm>
            <a:off x="2525125" y="7617544"/>
            <a:ext cx="26441421" cy="112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2947" tIns="56473" rIns="112947" bIns="56473">
            <a:spAutoFit/>
          </a:bodyPr>
          <a:lstStyle>
            <a:lvl1pPr defTabSz="2878138">
              <a:defRPr>
                <a:solidFill>
                  <a:schemeClr val="tx1"/>
                </a:solidFill>
                <a:latin typeface="Arial" pitchFamily="34" charset="0"/>
                <a:cs typeface="Arial" pitchFamily="34" charset="0"/>
              </a:defRPr>
            </a:lvl1pPr>
            <a:lvl2pPr marL="742950" indent="-285750" defTabSz="2878138">
              <a:defRPr>
                <a:solidFill>
                  <a:schemeClr val="tx1"/>
                </a:solidFill>
                <a:latin typeface="Arial" pitchFamily="34" charset="0"/>
                <a:cs typeface="Arial" pitchFamily="34" charset="0"/>
              </a:defRPr>
            </a:lvl2pPr>
            <a:lvl3pPr marL="1143000" indent="-228600" defTabSz="2878138">
              <a:defRPr>
                <a:solidFill>
                  <a:schemeClr val="tx1"/>
                </a:solidFill>
                <a:latin typeface="Arial" pitchFamily="34" charset="0"/>
                <a:cs typeface="Arial" pitchFamily="34" charset="0"/>
              </a:defRPr>
            </a:lvl3pPr>
            <a:lvl4pPr marL="1600200" indent="-228600" defTabSz="2878138">
              <a:defRPr>
                <a:solidFill>
                  <a:schemeClr val="tx1"/>
                </a:solidFill>
                <a:latin typeface="Arial" pitchFamily="34" charset="0"/>
                <a:cs typeface="Arial" pitchFamily="34" charset="0"/>
              </a:defRPr>
            </a:lvl4pPr>
            <a:lvl5pPr marL="2057400" indent="-228600" defTabSz="2878138">
              <a:defRPr>
                <a:solidFill>
                  <a:schemeClr val="tx1"/>
                </a:solidFill>
                <a:latin typeface="Arial" pitchFamily="34" charset="0"/>
                <a:cs typeface="Arial" pitchFamily="34" charset="0"/>
              </a:defRPr>
            </a:lvl5pPr>
            <a:lvl6pPr marL="2514600" indent="-228600" algn="l" defTabSz="2878138" rtl="0" fontAlgn="base">
              <a:spcBef>
                <a:spcPct val="0"/>
              </a:spcBef>
              <a:spcAft>
                <a:spcPct val="0"/>
              </a:spcAft>
              <a:defRPr>
                <a:solidFill>
                  <a:schemeClr val="tx1"/>
                </a:solidFill>
                <a:latin typeface="Arial" pitchFamily="34" charset="0"/>
                <a:cs typeface="Arial" pitchFamily="34" charset="0"/>
              </a:defRPr>
            </a:lvl6pPr>
            <a:lvl7pPr marL="2971800" indent="-228600" algn="l" defTabSz="2878138" rtl="0" fontAlgn="base">
              <a:spcBef>
                <a:spcPct val="0"/>
              </a:spcBef>
              <a:spcAft>
                <a:spcPct val="0"/>
              </a:spcAft>
              <a:defRPr>
                <a:solidFill>
                  <a:schemeClr val="tx1"/>
                </a:solidFill>
                <a:latin typeface="Arial" pitchFamily="34" charset="0"/>
                <a:cs typeface="Arial" pitchFamily="34" charset="0"/>
              </a:defRPr>
            </a:lvl7pPr>
            <a:lvl8pPr marL="3429000" indent="-228600" algn="l" defTabSz="2878138" rtl="0" fontAlgn="base">
              <a:spcBef>
                <a:spcPct val="0"/>
              </a:spcBef>
              <a:spcAft>
                <a:spcPct val="0"/>
              </a:spcAft>
              <a:defRPr>
                <a:solidFill>
                  <a:schemeClr val="tx1"/>
                </a:solidFill>
                <a:latin typeface="Arial" pitchFamily="34" charset="0"/>
                <a:cs typeface="Arial" pitchFamily="34" charset="0"/>
              </a:defRPr>
            </a:lvl8pPr>
            <a:lvl9pPr marL="3886200" indent="-228600" algn="l" defTabSz="2878138" rtl="0" fontAlgn="base">
              <a:spcBef>
                <a:spcPct val="0"/>
              </a:spcBef>
              <a:spcAft>
                <a:spcPct val="0"/>
              </a:spcAft>
              <a:defRPr>
                <a:solidFill>
                  <a:schemeClr val="tx1"/>
                </a:solidFill>
                <a:latin typeface="Arial" pitchFamily="34" charset="0"/>
                <a:cs typeface="Arial" pitchFamily="34" charset="0"/>
              </a:defRPr>
            </a:lvl9pPr>
          </a:lstStyle>
          <a:p>
            <a:pPr algn="ctr" rtl="0"/>
            <a:r>
              <a:rPr lang="en-US" sz="6600" b="1" dirty="0"/>
              <a:t>Guardian View : AI-Powered Real -Time Threat Detection System</a:t>
            </a:r>
            <a:endParaRPr lang="he-IL" sz="6600" b="1" dirty="0"/>
          </a:p>
        </p:txBody>
      </p:sp>
      <p:sp>
        <p:nvSpPr>
          <p:cNvPr id="22" name="TextBox 11">
            <a:extLst>
              <a:ext uri="{FF2B5EF4-FFF2-40B4-BE49-F238E27FC236}">
                <a16:creationId xmlns:a16="http://schemas.microsoft.com/office/drawing/2014/main" id="{EC9E9A06-C799-EA97-9179-EB474A38A0BE}"/>
              </a:ext>
            </a:extLst>
          </p:cNvPr>
          <p:cNvSpPr txBox="1">
            <a:spLocks noChangeArrowheads="1"/>
          </p:cNvSpPr>
          <p:nvPr/>
        </p:nvSpPr>
        <p:spPr bwMode="auto">
          <a:xfrm>
            <a:off x="18799122" y="18592801"/>
            <a:ext cx="14338353" cy="19103419"/>
          </a:xfrm>
          <a:prstGeom prst="rect">
            <a:avLst/>
          </a:prstGeom>
          <a:solidFill>
            <a:schemeClr val="bg1"/>
          </a:solidFill>
          <a:ln w="98425">
            <a:solidFill>
              <a:srgbClr val="AAFD00"/>
            </a:solidFill>
            <a:miter lim="800000"/>
            <a:headEnd/>
            <a:tailEnd/>
          </a:ln>
        </p:spPr>
        <p:txBody>
          <a:bodyPr wrap="square">
            <a:noAutofit/>
          </a:bodyPr>
          <a:lstStyle>
            <a:lvl1pPr>
              <a:defRPr sz="5700">
                <a:solidFill>
                  <a:schemeClr val="tx1"/>
                </a:solidFill>
                <a:latin typeface="Arial" panose="020B0604020202020204" pitchFamily="34" charset="0"/>
                <a:cs typeface="Arial" panose="020B0604020202020204" pitchFamily="34" charset="0"/>
              </a:defRPr>
            </a:lvl1pPr>
            <a:lvl2pPr marL="742950" indent="-285750">
              <a:defRPr sz="5700">
                <a:solidFill>
                  <a:schemeClr val="tx1"/>
                </a:solidFill>
                <a:latin typeface="Arial" panose="020B0604020202020204" pitchFamily="34" charset="0"/>
                <a:cs typeface="Arial" panose="020B0604020202020204" pitchFamily="34" charset="0"/>
              </a:defRPr>
            </a:lvl2pPr>
            <a:lvl3pPr marL="1143000" indent="-228600">
              <a:defRPr sz="5700">
                <a:solidFill>
                  <a:schemeClr val="tx1"/>
                </a:solidFill>
                <a:latin typeface="Arial" panose="020B0604020202020204" pitchFamily="34" charset="0"/>
                <a:cs typeface="Arial" panose="020B0604020202020204" pitchFamily="34" charset="0"/>
              </a:defRPr>
            </a:lvl3pPr>
            <a:lvl4pPr marL="1600200" indent="-228600">
              <a:defRPr sz="5700">
                <a:solidFill>
                  <a:schemeClr val="tx1"/>
                </a:solidFill>
                <a:latin typeface="Arial" panose="020B0604020202020204" pitchFamily="34" charset="0"/>
                <a:cs typeface="Arial" panose="020B0604020202020204" pitchFamily="34" charset="0"/>
              </a:defRPr>
            </a:lvl4pPr>
            <a:lvl5pPr marL="2057400" indent="-228600">
              <a:defRPr sz="5700">
                <a:solidFill>
                  <a:schemeClr val="tx1"/>
                </a:solidFill>
                <a:latin typeface="Arial" panose="020B0604020202020204" pitchFamily="34" charset="0"/>
                <a:cs typeface="Arial" panose="020B0604020202020204" pitchFamily="34" charset="0"/>
              </a:defRPr>
            </a:lvl5pPr>
            <a:lvl6pPr marL="25146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6pPr>
            <a:lvl7pPr marL="29718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7pPr>
            <a:lvl8pPr marL="34290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8pPr>
            <a:lvl9pPr marL="38862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9pPr>
          </a:lstStyle>
          <a:p>
            <a:pPr algn="l" defTabSz="4776312" rtl="0" eaLnBrk="1" hangingPunct="1">
              <a:lnSpc>
                <a:spcPct val="120000"/>
              </a:lnSpc>
              <a:spcBef>
                <a:spcPts val="491"/>
              </a:spcBef>
              <a:buClr>
                <a:srgbClr val="AAFD00"/>
              </a:buClr>
              <a:buSzPct val="120000"/>
              <a:defRPr/>
            </a:pPr>
            <a:r>
              <a:rPr lang="en-US" sz="3600" dirty="0"/>
              <a:t>  </a:t>
            </a: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Project managed with Monday.com for task tracking and Git for version control.</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Developed an AI-powered surveillance system for real-time threat detection in public spaces.</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Implemented YOLOv8 model for accurate and fast object detection in video feeds.</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Designed and developed a Flutter-based frontend for a user-friendly interface, enabling security personnel to receive instant alerts and visual verification of threats.</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Integrated Firebase services (</a:t>
            </a:r>
            <a:r>
              <a:rPr lang="en-US" sz="3600" dirty="0" err="1">
                <a:latin typeface="Arial" panose="020B0604020202020204" pitchFamily="34" charset="0"/>
                <a:cs typeface="Arial" panose="020B0604020202020204" pitchFamily="34" charset="0"/>
              </a:rPr>
              <a:t>Firestore</a:t>
            </a:r>
            <a:r>
              <a:rPr lang="en-US" sz="3600" dirty="0">
                <a:latin typeface="Arial" panose="020B0604020202020204" pitchFamily="34" charset="0"/>
                <a:cs typeface="Arial" panose="020B0604020202020204" pitchFamily="34" charset="0"/>
              </a:rPr>
              <a:t>, Auth, Storage) for robust data management, user authentication, and video storage.</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Developed a Python backend to process video data, interact with the YOLO model, and communicate with Firebase services.</a:t>
            </a: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Implemented a real-time alert system to notify security personnel of potential threats instantly.</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Created a scalable architecture using Docker for consistent development and deployment environments.</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Designed and implemented a </a:t>
            </a:r>
            <a:r>
              <a:rPr lang="en-US" sz="3600" dirty="0" err="1">
                <a:latin typeface="Arial" panose="020B0604020202020204" pitchFamily="34" charset="0"/>
                <a:cs typeface="Arial" panose="020B0604020202020204" pitchFamily="34" charset="0"/>
              </a:rPr>
              <a:t>Firestore</a:t>
            </a:r>
            <a:r>
              <a:rPr lang="en-US" sz="3600" dirty="0">
                <a:latin typeface="Arial" panose="020B0604020202020204" pitchFamily="34" charset="0"/>
                <a:cs typeface="Arial" panose="020B0604020202020204" pitchFamily="34" charset="0"/>
              </a:rPr>
              <a:t> database structure to efficiently manage users, videos, settings, and alerts.</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Developed a video processing service to analyze uploaded and live-streamed video data for potential security threats.</a:t>
            </a:r>
          </a:p>
          <a:p>
            <a:pPr marL="571500" indent="-571500" algn="l" rtl="0">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571500" indent="-571500" algn="l" rtl="0">
              <a:buFont typeface="Wingdings" panose="05000000000000000000" pitchFamily="2" charset="2"/>
              <a:buChar char="v"/>
            </a:pPr>
            <a:r>
              <a:rPr lang="en-US" sz="3600" dirty="0">
                <a:latin typeface="Arial" panose="020B0604020202020204" pitchFamily="34" charset="0"/>
                <a:cs typeface="Arial" panose="020B0604020202020204" pitchFamily="34" charset="0"/>
              </a:rPr>
              <a:t>Implemented location-based alerting to notify near to detected threats.</a:t>
            </a:r>
          </a:p>
          <a:p>
            <a:pPr marL="571500" indent="-571500" defTabSz="4776312">
              <a:lnSpc>
                <a:spcPct val="120000"/>
              </a:lnSpc>
              <a:spcBef>
                <a:spcPts val="491"/>
              </a:spcBef>
              <a:buClr>
                <a:srgbClr val="AAFD00"/>
              </a:buClr>
              <a:buSzPct val="120000"/>
              <a:buFont typeface="Arial" panose="020B0604020202020204" pitchFamily="34" charset="0"/>
              <a:buChar char="•"/>
              <a:defRPr/>
            </a:pPr>
            <a:endParaRPr lang="en-US" sz="3600" dirty="0"/>
          </a:p>
        </p:txBody>
      </p:sp>
      <p:sp>
        <p:nvSpPr>
          <p:cNvPr id="23" name="TextBox 48">
            <a:extLst>
              <a:ext uri="{FF2B5EF4-FFF2-40B4-BE49-F238E27FC236}">
                <a16:creationId xmlns:a16="http://schemas.microsoft.com/office/drawing/2014/main" id="{4EC24B1A-4EEE-A090-EE37-4282B7AD2F91}"/>
              </a:ext>
            </a:extLst>
          </p:cNvPr>
          <p:cNvSpPr txBox="1">
            <a:spLocks noChangeArrowheads="1"/>
          </p:cNvSpPr>
          <p:nvPr/>
        </p:nvSpPr>
        <p:spPr bwMode="auto">
          <a:xfrm>
            <a:off x="21668554" y="18074082"/>
            <a:ext cx="8599487" cy="923925"/>
          </a:xfrm>
          <a:prstGeom prst="rect">
            <a:avLst/>
          </a:prstGeom>
          <a:solidFill>
            <a:srgbClr val="AAFD00"/>
          </a:solidFill>
          <a:ln>
            <a:noFill/>
          </a:ln>
        </p:spPr>
        <p:txBody>
          <a:bodyPr>
            <a:spAutoFit/>
          </a:bodyPr>
          <a:lstStyle>
            <a:lvl1pPr>
              <a:defRPr sz="9400">
                <a:solidFill>
                  <a:schemeClr val="tx1"/>
                </a:solidFill>
                <a:latin typeface="Arial" panose="020B0604020202020204" pitchFamily="34" charset="0"/>
                <a:cs typeface="Arial" panose="020B0604020202020204" pitchFamily="34" charset="0"/>
              </a:defRPr>
            </a:lvl1pPr>
            <a:lvl2pPr marL="742950" indent="-285750">
              <a:defRPr sz="9400">
                <a:solidFill>
                  <a:schemeClr val="tx1"/>
                </a:solidFill>
                <a:latin typeface="Arial" panose="020B0604020202020204" pitchFamily="34" charset="0"/>
                <a:cs typeface="Arial" panose="020B0604020202020204" pitchFamily="34" charset="0"/>
              </a:defRPr>
            </a:lvl2pPr>
            <a:lvl3pPr marL="1143000" indent="-228600">
              <a:defRPr sz="9400">
                <a:solidFill>
                  <a:schemeClr val="tx1"/>
                </a:solidFill>
                <a:latin typeface="Arial" panose="020B0604020202020204" pitchFamily="34" charset="0"/>
                <a:cs typeface="Arial" panose="020B0604020202020204" pitchFamily="34" charset="0"/>
              </a:defRPr>
            </a:lvl3pPr>
            <a:lvl4pPr marL="1600200" indent="-228600">
              <a:defRPr sz="9400">
                <a:solidFill>
                  <a:schemeClr val="tx1"/>
                </a:solidFill>
                <a:latin typeface="Arial" panose="020B0604020202020204" pitchFamily="34" charset="0"/>
                <a:cs typeface="Arial" panose="020B0604020202020204" pitchFamily="34" charset="0"/>
              </a:defRPr>
            </a:lvl4pPr>
            <a:lvl5pPr marL="2057400" indent="-228600">
              <a:defRPr sz="9400">
                <a:solidFill>
                  <a:schemeClr val="tx1"/>
                </a:solidFill>
                <a:latin typeface="Arial" panose="020B0604020202020204" pitchFamily="34" charset="0"/>
                <a:cs typeface="Arial" panose="020B0604020202020204" pitchFamily="34" charset="0"/>
              </a:defRPr>
            </a:lvl5pPr>
            <a:lvl6pPr marL="25146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6pPr>
            <a:lvl7pPr marL="29718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7pPr>
            <a:lvl8pPr marL="34290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8pPr>
            <a:lvl9pPr marL="38862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9pPr>
          </a:lstStyle>
          <a:p>
            <a:pPr algn="ctr" rtl="0" eaLnBrk="1" hangingPunct="1"/>
            <a:r>
              <a:rPr lang="en-US" altLang="he-IL" sz="5400" b="1" dirty="0"/>
              <a:t>5. Development process</a:t>
            </a:r>
            <a:endParaRPr lang="he-IL" altLang="he-IL" sz="5400" b="1" dirty="0"/>
          </a:p>
        </p:txBody>
      </p:sp>
      <p:pic>
        <p:nvPicPr>
          <p:cNvPr id="2" name="Picture 9" descr="A diagram of a firebase service&#10;&#10;Description automatically generated">
            <a:extLst>
              <a:ext uri="{FF2B5EF4-FFF2-40B4-BE49-F238E27FC236}">
                <a16:creationId xmlns:a16="http://schemas.microsoft.com/office/drawing/2014/main" id="{D64C9290-5CE6-9F3D-CE9E-DD68180362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4404" y="31477127"/>
            <a:ext cx="14795666" cy="17149693"/>
          </a:xfrm>
          <a:prstGeom prst="rect">
            <a:avLst/>
          </a:prstGeom>
        </p:spPr>
      </p:pic>
      <p:pic>
        <p:nvPicPr>
          <p:cNvPr id="3" name="Picture 30" descr="Shape&#10;&#10;Description automatically generated with low confidence">
            <a:extLst>
              <a:ext uri="{FF2B5EF4-FFF2-40B4-BE49-F238E27FC236}">
                <a16:creationId xmlns:a16="http://schemas.microsoft.com/office/drawing/2014/main" id="{06D776DE-900F-C0B4-F8A4-A769CEB782B7}"/>
              </a:ext>
            </a:extLst>
          </p:cNvPr>
          <p:cNvPicPr>
            <a:picLocks noChangeAspect="1"/>
          </p:cNvPicPr>
          <p:nvPr/>
        </p:nvPicPr>
        <p:blipFill rotWithShape="1">
          <a:blip r:embed="rId5">
            <a:extLst>
              <a:ext uri="{28A0092B-C50C-407E-A947-70E740481C1C}">
                <a14:useLocalDpi xmlns:a14="http://schemas.microsoft.com/office/drawing/2010/main" val="0"/>
              </a:ext>
            </a:extLst>
          </a:blip>
          <a:srcRect l="70625" t="1" b="-6979"/>
          <a:stretch/>
        </p:blipFill>
        <p:spPr>
          <a:xfrm>
            <a:off x="31011700" y="10121210"/>
            <a:ext cx="914951" cy="1054291"/>
          </a:xfrm>
          <a:prstGeom prst="rect">
            <a:avLst/>
          </a:prstGeom>
          <a:ln>
            <a:noFill/>
          </a:ln>
          <a:effectLst>
            <a:outerShdw blurRad="292100" dist="139700" dir="2700000" algn="tl" rotWithShape="0">
              <a:srgbClr val="333333">
                <a:alpha val="65000"/>
              </a:srgbClr>
            </a:outerShdw>
          </a:effectLst>
        </p:spPr>
      </p:pic>
      <p:pic>
        <p:nvPicPr>
          <p:cNvPr id="4" name="Picture 2" descr="Flutter – Medium">
            <a:extLst>
              <a:ext uri="{FF2B5EF4-FFF2-40B4-BE49-F238E27FC236}">
                <a16:creationId xmlns:a16="http://schemas.microsoft.com/office/drawing/2014/main" id="{63A5293F-5F75-F894-03EB-5AB767E236F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006648" y="11002636"/>
            <a:ext cx="1210824" cy="12108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4" descr="Shape&#10;&#10;Description automatically generated with medium confidence">
            <a:extLst>
              <a:ext uri="{FF2B5EF4-FFF2-40B4-BE49-F238E27FC236}">
                <a16:creationId xmlns:a16="http://schemas.microsoft.com/office/drawing/2014/main" id="{B0B72878-2FA0-DF13-883E-A4AED9C19C93}"/>
              </a:ext>
            </a:extLst>
          </p:cNvPr>
          <p:cNvPicPr>
            <a:picLocks noChangeAspect="1"/>
          </p:cNvPicPr>
          <p:nvPr/>
        </p:nvPicPr>
        <p:blipFill rotWithShape="1">
          <a:blip r:embed="rId7">
            <a:extLst>
              <a:ext uri="{28A0092B-C50C-407E-A947-70E740481C1C}">
                <a14:useLocalDpi xmlns:a14="http://schemas.microsoft.com/office/drawing/2010/main" val="0"/>
              </a:ext>
            </a:extLst>
          </a:blip>
          <a:srcRect r="75823" b="-11131"/>
          <a:stretch/>
        </p:blipFill>
        <p:spPr>
          <a:xfrm>
            <a:off x="29960871" y="8893664"/>
            <a:ext cx="1050829" cy="1358517"/>
          </a:xfrm>
          <a:prstGeom prst="rect">
            <a:avLst/>
          </a:prstGeom>
          <a:ln>
            <a:noFill/>
          </a:ln>
          <a:effectLst>
            <a:outerShdw blurRad="292100" dist="139700" dir="2700000" algn="tl" rotWithShape="0">
              <a:srgbClr val="333333">
                <a:alpha val="65000"/>
              </a:srgbClr>
            </a:outerShdw>
          </a:effectLst>
        </p:spPr>
      </p:pic>
      <p:pic>
        <p:nvPicPr>
          <p:cNvPr id="20" name="Picture 4" descr="Logo, icon&#10;&#10;Description automatically generated">
            <a:extLst>
              <a:ext uri="{FF2B5EF4-FFF2-40B4-BE49-F238E27FC236}">
                <a16:creationId xmlns:a16="http://schemas.microsoft.com/office/drawing/2014/main" id="{E555CB6A-6525-E17B-A832-508168A91044}"/>
              </a:ext>
            </a:extLst>
          </p:cNvPr>
          <p:cNvPicPr>
            <a:picLocks noChangeAspect="1"/>
          </p:cNvPicPr>
          <p:nvPr/>
        </p:nvPicPr>
        <p:blipFill rotWithShape="1">
          <a:blip r:embed="rId8">
            <a:extLst>
              <a:ext uri="{28A0092B-C50C-407E-A947-70E740481C1C}">
                <a14:useLocalDpi xmlns:a14="http://schemas.microsoft.com/office/drawing/2010/main" val="0"/>
              </a:ext>
            </a:extLst>
          </a:blip>
          <a:srcRect r="56683" b="-5319"/>
          <a:stretch/>
        </p:blipFill>
        <p:spPr>
          <a:xfrm>
            <a:off x="33163122" y="12203665"/>
            <a:ext cx="1013252" cy="1029682"/>
          </a:xfrm>
          <a:prstGeom prst="rect">
            <a:avLst/>
          </a:prstGeom>
          <a:ln>
            <a:noFill/>
          </a:ln>
          <a:effectLst>
            <a:outerShdw blurRad="292100" dist="139700" dir="2700000" algn="tl" rotWithShape="0">
              <a:srgbClr val="333333">
                <a:alpha val="65000"/>
              </a:srgbClr>
            </a:outerShdw>
          </a:effectLst>
        </p:spPr>
      </p:pic>
      <p:pic>
        <p:nvPicPr>
          <p:cNvPr id="24" name="Picture 4" descr="monday.com">
            <a:extLst>
              <a:ext uri="{FF2B5EF4-FFF2-40B4-BE49-F238E27FC236}">
                <a16:creationId xmlns:a16="http://schemas.microsoft.com/office/drawing/2014/main" id="{62DCFA3A-CE50-6773-D07B-AE2D32AD117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835096" y="9897333"/>
            <a:ext cx="1797147" cy="179714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What is Python Coding? | Juni Learning">
            <a:extLst>
              <a:ext uri="{FF2B5EF4-FFF2-40B4-BE49-F238E27FC236}">
                <a16:creationId xmlns:a16="http://schemas.microsoft.com/office/drawing/2014/main" id="{7A56A2CD-C378-F690-C781-B453FAD30AD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6251380" y="9888727"/>
            <a:ext cx="1797148" cy="179714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2" descr="Getting started with VS Code. Visual Studio Code is the code editor I… | by  Zack MacTavish | Medium">
            <a:extLst>
              <a:ext uri="{FF2B5EF4-FFF2-40B4-BE49-F238E27FC236}">
                <a16:creationId xmlns:a16="http://schemas.microsoft.com/office/drawing/2014/main" id="{7297594D-0334-98D2-5AF5-85FFC6D839B6}"/>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35096" t="33143" r="35098" b="34087"/>
          <a:stretch/>
        </p:blipFill>
        <p:spPr bwMode="auto">
          <a:xfrm>
            <a:off x="24786547" y="9987528"/>
            <a:ext cx="1715579" cy="156966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0" descr="YOLOv8: A Comprehensive Framework for Object Detection, Instance  Segmentation, and Image Classification | by Beyza AKYILDIZ | Medium">
            <a:extLst>
              <a:ext uri="{FF2B5EF4-FFF2-40B4-BE49-F238E27FC236}">
                <a16:creationId xmlns:a16="http://schemas.microsoft.com/office/drawing/2014/main" id="{4AC30F16-323F-5C52-A06C-644BD526A454}"/>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0159829" y="10215082"/>
            <a:ext cx="4444058" cy="1341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015127"/>
      </p:ext>
    </p:extLst>
  </p:cSld>
  <p:clrMapOvr>
    <a:masterClrMapping/>
  </p:clrMapOvr>
</p:sld>
</file>

<file path=ppt/theme/theme1.xml><?xml version="1.0" encoding="utf-8"?>
<a:theme xmlns:a="http://schemas.openxmlformats.org/drawingml/2006/main" name="ערכת נושא Office">
  <a:themeElements>
    <a:clrScheme name="ערכת נושא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ערכת נושא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ערכת נושא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6872</TotalTime>
  <Words>564</Words>
  <Application>Microsoft Office PowerPoint</Application>
  <PresentationFormat>מותאם אישית</PresentationFormat>
  <Paragraphs>52</Paragraphs>
  <Slides>1</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1</vt:i4>
      </vt:variant>
    </vt:vector>
  </HeadingPairs>
  <TitlesOfParts>
    <vt:vector size="6" baseType="lpstr">
      <vt:lpstr>Aptos</vt:lpstr>
      <vt:lpstr>Aptos Display</vt:lpstr>
      <vt:lpstr>Arial</vt:lpstr>
      <vt:lpstr>Wingdings</vt:lpstr>
      <vt:lpstr>ערכת נושא Office</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Nir Elenberg</dc:creator>
  <cp:lastModifiedBy>Dor Rozen</cp:lastModifiedBy>
  <cp:revision>78</cp:revision>
  <cp:lastPrinted>2024-06-19T07:54:31Z</cp:lastPrinted>
  <dcterms:created xsi:type="dcterms:W3CDTF">2024-06-09T12:54:10Z</dcterms:created>
  <dcterms:modified xsi:type="dcterms:W3CDTF">2024-07-21T08:44:40Z</dcterms:modified>
</cp:coreProperties>
</file>